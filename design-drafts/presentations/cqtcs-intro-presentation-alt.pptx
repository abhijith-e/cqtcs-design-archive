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4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theme+xml" PartName="/ppt/theme/theme5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  <p:sldMasterId id="2147483661" r:id="rId4"/>
    <p:sldMasterId id="2147483663" r:id="rId5"/>
    <p:sldMasterId id="2147483665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y="5143500" cx="9144000"/>
  <p:notesSz cx="6858000" cy="9144000"/>
  <p:embeddedFontLst>
    <p:embeddedFont>
      <p:font typeface="Archivo Narrow"/>
      <p:regular r:id="rId18"/>
      <p:bold r:id="rId19"/>
      <p:italic r:id="rId20"/>
      <p:boldItalic r:id="rId21"/>
    </p:embeddedFont>
    <p:embeddedFont>
      <p:font typeface="Yellowtail"/>
      <p:regular r:id="rId22"/>
    </p:embeddedFont>
    <p:embeddedFont>
      <p:font typeface="Roboto"/>
      <p:regular r:id="rId23"/>
      <p:bold r:id="rId24"/>
      <p:italic r:id="rId25"/>
      <p:boldItalic r:id="rId26"/>
    </p:embeddedFont>
    <p:embeddedFont>
      <p:font typeface="Archivo Narrow Medium"/>
      <p:regular r:id="rId27"/>
      <p:bold r:id="rId28"/>
      <p:italic r:id="rId29"/>
      <p:boldItalic r:id="rId30"/>
    </p:embeddedFont>
    <p:embeddedFont>
      <p:font typeface="IBM Plex Sans Condensed"/>
      <p:regular r:id="rId31"/>
      <p:bold r:id="rId32"/>
      <p:italic r:id="rId33"/>
      <p:boldItalic r:id="rId3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5" roundtripDataSignature="AMtx7mhyBTrko+QYn93LOiK+sphsiPIhm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ArchivoNarrow-italic.fntdata"/><Relationship Id="rId22" Type="http://schemas.openxmlformats.org/officeDocument/2006/relationships/font" Target="fonts/Yellowtail-regular.fntdata"/><Relationship Id="rId21" Type="http://schemas.openxmlformats.org/officeDocument/2006/relationships/font" Target="fonts/ArchivoNarrow-boldItalic.fntdata"/><Relationship Id="rId24" Type="http://schemas.openxmlformats.org/officeDocument/2006/relationships/font" Target="fonts/Roboto-bold.fntdata"/><Relationship Id="rId23" Type="http://schemas.openxmlformats.org/officeDocument/2006/relationships/font" Target="fonts/Roboto-regular.fntdata"/><Relationship Id="rId1" Type="http://schemas.openxmlformats.org/officeDocument/2006/relationships/theme" Target="theme/theme5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2.xml"/><Relationship Id="rId26" Type="http://schemas.openxmlformats.org/officeDocument/2006/relationships/font" Target="fonts/Roboto-boldItalic.fntdata"/><Relationship Id="rId25" Type="http://schemas.openxmlformats.org/officeDocument/2006/relationships/font" Target="fonts/Roboto-italic.fntdata"/><Relationship Id="rId28" Type="http://schemas.openxmlformats.org/officeDocument/2006/relationships/font" Target="fonts/ArchivoNarrowMedium-bold.fntdata"/><Relationship Id="rId27" Type="http://schemas.openxmlformats.org/officeDocument/2006/relationships/font" Target="fonts/ArchivoNarrowMedium-regular.fntdata"/><Relationship Id="rId5" Type="http://schemas.openxmlformats.org/officeDocument/2006/relationships/slideMaster" Target="slideMasters/slideMaster3.xml"/><Relationship Id="rId6" Type="http://schemas.openxmlformats.org/officeDocument/2006/relationships/slideMaster" Target="slideMasters/slideMaster4.xml"/><Relationship Id="rId29" Type="http://schemas.openxmlformats.org/officeDocument/2006/relationships/font" Target="fonts/ArchivoNarrowMedium-italic.fntdata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font" Target="fonts/IBMPlexSansCondensed-regular.fntdata"/><Relationship Id="rId30" Type="http://schemas.openxmlformats.org/officeDocument/2006/relationships/font" Target="fonts/ArchivoNarrowMedium-boldItalic.fntdata"/><Relationship Id="rId11" Type="http://schemas.openxmlformats.org/officeDocument/2006/relationships/slide" Target="slides/slide4.xml"/><Relationship Id="rId33" Type="http://schemas.openxmlformats.org/officeDocument/2006/relationships/font" Target="fonts/IBMPlexSansCondensed-italic.fntdata"/><Relationship Id="rId10" Type="http://schemas.openxmlformats.org/officeDocument/2006/relationships/slide" Target="slides/slide3.xml"/><Relationship Id="rId32" Type="http://schemas.openxmlformats.org/officeDocument/2006/relationships/font" Target="fonts/IBMPlexSansCondensed-bold.fntdata"/><Relationship Id="rId13" Type="http://schemas.openxmlformats.org/officeDocument/2006/relationships/slide" Target="slides/slide6.xml"/><Relationship Id="rId35" Type="http://customschemas.google.com/relationships/presentationmetadata" Target="metadata"/><Relationship Id="rId12" Type="http://schemas.openxmlformats.org/officeDocument/2006/relationships/slide" Target="slides/slide5.xml"/><Relationship Id="rId34" Type="http://schemas.openxmlformats.org/officeDocument/2006/relationships/font" Target="fonts/IBMPlexSansCondensed-boldItalic.fntdata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font" Target="fonts/ArchivoNarrow-bold.fntdata"/><Relationship Id="rId18" Type="http://schemas.openxmlformats.org/officeDocument/2006/relationships/font" Target="fonts/ArchivoNarrow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3" name="Google Shape;113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0" name="Google Shape;120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8" name="Google Shape;128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5" name="Google Shape;135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4" name="Google Shape;154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6" name="Google Shape;166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8" name="Google Shape;178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ec44fa8374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3ec44fa837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6" name="Google Shape;196;p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5"/>
          <p:cNvSpPr txBox="1"/>
          <p:nvPr>
            <p:ph type="ctrTitle"/>
          </p:nvPr>
        </p:nvSpPr>
        <p:spPr>
          <a:xfrm>
            <a:off x="311700" y="1415098"/>
            <a:ext cx="8520525" cy="1382175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600"/>
            </a:lvl9pPr>
          </a:lstStyle>
          <a:p/>
        </p:txBody>
      </p:sp>
      <p:sp>
        <p:nvSpPr>
          <p:cNvPr id="17" name="Google Shape;17;p25"/>
          <p:cNvSpPr txBox="1"/>
          <p:nvPr>
            <p:ph idx="1" type="subTitle"/>
          </p:nvPr>
        </p:nvSpPr>
        <p:spPr>
          <a:xfrm>
            <a:off x="311700" y="2834125"/>
            <a:ext cx="8520525" cy="792675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2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2775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2775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2775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2775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2775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2775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2775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2775"/>
            </a:lvl9pPr>
          </a:lstStyle>
          <a:p/>
        </p:txBody>
      </p:sp>
      <p:sp>
        <p:nvSpPr>
          <p:cNvPr id="18" name="Google Shape;18;p25"/>
          <p:cNvSpPr txBox="1"/>
          <p:nvPr>
            <p:ph idx="12" type="sldNum"/>
          </p:nvPr>
        </p:nvSpPr>
        <p:spPr>
          <a:xfrm>
            <a:off x="8415300" y="4806273"/>
            <a:ext cx="548775" cy="301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" name="Google Shape;19;p25"/>
          <p:cNvSpPr/>
          <p:nvPr/>
        </p:nvSpPr>
        <p:spPr>
          <a:xfrm>
            <a:off x="-7088" y="-22763"/>
            <a:ext cx="9162450" cy="552825"/>
          </a:xfrm>
          <a:prstGeom prst="rect">
            <a:avLst/>
          </a:prstGeom>
          <a:solidFill>
            <a:srgbClr val="0C5394"/>
          </a:solidFill>
          <a:ln cap="flat" cmpd="sng" w="9525">
            <a:solidFill>
              <a:srgbClr val="0C53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50" lIns="68550" spcFirstLastPara="1" rIns="68550" wrap="square" tIns="68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rgbClr val="000000"/>
              </a:solidFill>
              <a:latin typeface="IBM Plex Sans Condensed"/>
              <a:ea typeface="IBM Plex Sans Condensed"/>
              <a:cs typeface="IBM Plex Sans Condensed"/>
              <a:sym typeface="IBM Plex Sans Condensed"/>
            </a:endParaRPr>
          </a:p>
        </p:txBody>
      </p:sp>
      <p:sp>
        <p:nvSpPr>
          <p:cNvPr id="20" name="Google Shape;20;p25"/>
          <p:cNvSpPr/>
          <p:nvPr/>
        </p:nvSpPr>
        <p:spPr>
          <a:xfrm>
            <a:off x="-6994" y="115556"/>
            <a:ext cx="9156825" cy="961875"/>
          </a:xfrm>
          <a:prstGeom prst="roundRect">
            <a:avLst>
              <a:gd fmla="val 10177" name="adj"/>
            </a:avLst>
          </a:prstGeom>
          <a:solidFill>
            <a:srgbClr val="0C5394"/>
          </a:solidFill>
          <a:ln cap="flat" cmpd="sng" w="9525">
            <a:solidFill>
              <a:srgbClr val="0C53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50" lIns="68550" spcFirstLastPara="1" rIns="68550" wrap="square" tIns="68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rgbClr val="000000"/>
              </a:solidFill>
              <a:latin typeface="IBM Plex Sans Condensed"/>
              <a:ea typeface="IBM Plex Sans Condensed"/>
              <a:cs typeface="IBM Plex Sans Condensed"/>
              <a:sym typeface="IBM Plex Sans Condensed"/>
            </a:endParaRPr>
          </a:p>
        </p:txBody>
      </p:sp>
      <p:sp>
        <p:nvSpPr>
          <p:cNvPr id="21" name="Google Shape;21;p25"/>
          <p:cNvSpPr/>
          <p:nvPr/>
        </p:nvSpPr>
        <p:spPr>
          <a:xfrm>
            <a:off x="8072663" y="-22763"/>
            <a:ext cx="651600" cy="1100250"/>
          </a:xfrm>
          <a:prstGeom prst="parallelogram">
            <a:avLst>
              <a:gd fmla="val 57856" name="adj"/>
            </a:avLst>
          </a:prstGeom>
          <a:solidFill>
            <a:srgbClr val="D2AE6C"/>
          </a:solidFill>
          <a:ln>
            <a:noFill/>
          </a:ln>
        </p:spPr>
        <p:txBody>
          <a:bodyPr anchorCtr="0" anchor="ctr" bIns="68550" lIns="68550" spcFirstLastPara="1" rIns="68550" wrap="square" tIns="68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rgbClr val="000000"/>
              </a:solidFill>
              <a:latin typeface="IBM Plex Sans Condensed"/>
              <a:ea typeface="IBM Plex Sans Condensed"/>
              <a:cs typeface="IBM Plex Sans Condensed"/>
              <a:sym typeface="IBM Plex Sans Condensed"/>
            </a:endParaRPr>
          </a:p>
        </p:txBody>
      </p:sp>
      <p:sp>
        <p:nvSpPr>
          <p:cNvPr id="22" name="Google Shape;22;p25"/>
          <p:cNvSpPr/>
          <p:nvPr/>
        </p:nvSpPr>
        <p:spPr>
          <a:xfrm>
            <a:off x="5785500" y="-22763"/>
            <a:ext cx="2881350" cy="1116675"/>
          </a:xfrm>
          <a:prstGeom prst="parallelogram">
            <a:avLst>
              <a:gd fmla="val 33925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68550" lIns="68550" spcFirstLastPara="1" rIns="68550" wrap="square" tIns="68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rgbClr val="000000"/>
              </a:solidFill>
              <a:latin typeface="IBM Plex Sans Condensed"/>
              <a:ea typeface="IBM Plex Sans Condensed"/>
              <a:cs typeface="IBM Plex Sans Condensed"/>
              <a:sym typeface="IBM Plex Sans Condensed"/>
            </a:endParaRPr>
          </a:p>
        </p:txBody>
      </p:sp>
      <p:pic>
        <p:nvPicPr>
          <p:cNvPr id="23" name="Google Shape;23;p2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088513" y="306159"/>
            <a:ext cx="2121131" cy="674794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25"/>
          <p:cNvSpPr/>
          <p:nvPr/>
        </p:nvSpPr>
        <p:spPr>
          <a:xfrm>
            <a:off x="-6994" y="4953389"/>
            <a:ext cx="9162450" cy="194850"/>
          </a:xfrm>
          <a:prstGeom prst="rect">
            <a:avLst/>
          </a:prstGeom>
          <a:solidFill>
            <a:srgbClr val="0C5394"/>
          </a:solidFill>
          <a:ln cap="flat" cmpd="sng" w="9525">
            <a:solidFill>
              <a:srgbClr val="0C53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50" lIns="68550" spcFirstLastPara="1" rIns="68550" wrap="square" tIns="68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rgbClr val="000000"/>
              </a:solidFill>
              <a:latin typeface="IBM Plex Sans Condensed"/>
              <a:ea typeface="IBM Plex Sans Condensed"/>
              <a:cs typeface="IBM Plex Sans Condensed"/>
              <a:sym typeface="IBM Plex Sans Condensed"/>
            </a:endParaRPr>
          </a:p>
        </p:txBody>
      </p:sp>
      <p:sp>
        <p:nvSpPr>
          <p:cNvPr id="25" name="Google Shape;25;p25"/>
          <p:cNvSpPr/>
          <p:nvPr/>
        </p:nvSpPr>
        <p:spPr>
          <a:xfrm>
            <a:off x="-6994" y="4424681"/>
            <a:ext cx="9162450" cy="552825"/>
          </a:xfrm>
          <a:prstGeom prst="roundRect">
            <a:avLst>
              <a:gd fmla="val 10177" name="adj"/>
            </a:avLst>
          </a:prstGeom>
          <a:solidFill>
            <a:srgbClr val="0C5394"/>
          </a:solidFill>
          <a:ln cap="flat" cmpd="sng" w="9525">
            <a:solidFill>
              <a:srgbClr val="0C53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50" lIns="68550" spcFirstLastPara="1" rIns="68550" wrap="square" tIns="68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rgbClr val="000000"/>
              </a:solidFill>
              <a:latin typeface="IBM Plex Sans Condensed"/>
              <a:ea typeface="IBM Plex Sans Condensed"/>
              <a:cs typeface="IBM Plex Sans Condensed"/>
              <a:sym typeface="IBM Plex Sans Condensed"/>
            </a:endParaRPr>
          </a:p>
        </p:txBody>
      </p:sp>
      <p:sp>
        <p:nvSpPr>
          <p:cNvPr id="26" name="Google Shape;26;p25"/>
          <p:cNvSpPr txBox="1"/>
          <p:nvPr/>
        </p:nvSpPr>
        <p:spPr>
          <a:xfrm>
            <a:off x="285750" y="4424681"/>
            <a:ext cx="2857500" cy="865599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68550" spcFirstLastPara="1" rIns="68550" wrap="square" tIns="685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b="1" i="0" lang="en" sz="1125" u="none" cap="none" strike="noStrike">
                <a:solidFill>
                  <a:srgbClr val="D2AE6C"/>
                </a:solidFill>
                <a:latin typeface="Archivo Narrow"/>
                <a:ea typeface="Archivo Narrow"/>
                <a:cs typeface="Archivo Narrow"/>
                <a:sym typeface="Archivo Narrow"/>
              </a:rPr>
              <a:t>Mission</a:t>
            </a:r>
            <a:endParaRPr b="1" i="0" sz="1125" u="none" cap="none" strike="noStrike">
              <a:solidFill>
                <a:srgbClr val="D2AE6C"/>
              </a:solidFill>
              <a:latin typeface="Archivo Narrow"/>
              <a:ea typeface="Archivo Narrow"/>
              <a:cs typeface="Archivo Narrow"/>
              <a:sym typeface="Archivo Narrow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lt1"/>
                </a:solidFill>
                <a:latin typeface="Archivo Narrow Medium"/>
                <a:ea typeface="Archivo Narrow Medium"/>
                <a:cs typeface="Archivo Narrow Medium"/>
                <a:sym typeface="Archivo Narrow Medium"/>
              </a:rPr>
              <a:t>Christ University is a nurturing ground for an individual’s holistic development to make effective contribution</a:t>
            </a:r>
            <a:endParaRPr b="0" i="0" sz="900" u="none" cap="none" strike="noStrike">
              <a:solidFill>
                <a:schemeClr val="lt1"/>
              </a:solidFill>
              <a:latin typeface="Archivo Narrow Medium"/>
              <a:ea typeface="Archivo Narrow Medium"/>
              <a:cs typeface="Archivo Narrow Medium"/>
              <a:sym typeface="Archivo Narrow Medium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lt1"/>
                </a:solidFill>
                <a:latin typeface="Archivo Narrow Medium"/>
                <a:ea typeface="Archivo Narrow Medium"/>
                <a:cs typeface="Archivo Narrow Medium"/>
                <a:sym typeface="Archivo Narrow Medium"/>
              </a:rPr>
              <a:t>to the society in a dynamic environment</a:t>
            </a:r>
            <a:endParaRPr b="0" i="0" sz="900" u="none" cap="none" strike="noStrike">
              <a:solidFill>
                <a:schemeClr val="lt1"/>
              </a:solidFill>
              <a:latin typeface="Archivo Narrow Medium"/>
              <a:ea typeface="Archivo Narrow Medium"/>
              <a:cs typeface="Archivo Narrow Medium"/>
              <a:sym typeface="Archivo Narrow Medium"/>
            </a:endParaRPr>
          </a:p>
        </p:txBody>
      </p:sp>
      <p:sp>
        <p:nvSpPr>
          <p:cNvPr id="27" name="Google Shape;27;p25"/>
          <p:cNvSpPr txBox="1"/>
          <p:nvPr/>
        </p:nvSpPr>
        <p:spPr>
          <a:xfrm>
            <a:off x="3143250" y="4424682"/>
            <a:ext cx="2857500" cy="450101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68550" spcFirstLastPara="1" rIns="68550" wrap="square" tIns="685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b="1" i="0" lang="en" sz="1125" u="none" cap="none" strike="noStrike">
                <a:solidFill>
                  <a:srgbClr val="D2AE6C"/>
                </a:solidFill>
                <a:latin typeface="Archivo Narrow"/>
                <a:ea typeface="Archivo Narrow"/>
                <a:cs typeface="Archivo Narrow"/>
                <a:sym typeface="Archivo Narrow"/>
              </a:rPr>
              <a:t>Vision</a:t>
            </a:r>
            <a:endParaRPr b="1" i="0" sz="1125" u="none" cap="none" strike="noStrike">
              <a:solidFill>
                <a:srgbClr val="D2AE6C"/>
              </a:solidFill>
              <a:latin typeface="Archivo Narrow"/>
              <a:ea typeface="Archivo Narrow"/>
              <a:cs typeface="Archivo Narrow"/>
              <a:sym typeface="Archivo Narrow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lt1"/>
                </a:solidFill>
                <a:latin typeface="Archivo Narrow Medium"/>
                <a:ea typeface="Archivo Narrow Medium"/>
                <a:cs typeface="Archivo Narrow Medium"/>
                <a:sym typeface="Archivo Narrow Medium"/>
              </a:rPr>
              <a:t>Excellence and Service</a:t>
            </a:r>
            <a:endParaRPr b="0" i="0" sz="900" u="none" cap="none" strike="noStrike">
              <a:solidFill>
                <a:schemeClr val="lt1"/>
              </a:solidFill>
              <a:latin typeface="Archivo Narrow Medium"/>
              <a:ea typeface="Archivo Narrow Medium"/>
              <a:cs typeface="Archivo Narrow Medium"/>
              <a:sym typeface="Archivo Narrow Medium"/>
            </a:endParaRPr>
          </a:p>
        </p:txBody>
      </p:sp>
      <p:sp>
        <p:nvSpPr>
          <p:cNvPr id="28" name="Google Shape;28;p25"/>
          <p:cNvSpPr txBox="1"/>
          <p:nvPr/>
        </p:nvSpPr>
        <p:spPr>
          <a:xfrm>
            <a:off x="6429450" y="4424681"/>
            <a:ext cx="2237400" cy="865599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68550" spcFirstLastPara="1" rIns="68550" wrap="square" tIns="685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b="1" i="0" lang="en" sz="1125" u="none" cap="none" strike="noStrike">
                <a:solidFill>
                  <a:srgbClr val="D2AE6C"/>
                </a:solidFill>
                <a:latin typeface="Archivo Narrow"/>
                <a:ea typeface="Archivo Narrow"/>
                <a:cs typeface="Archivo Narrow"/>
                <a:sym typeface="Archivo Narrow"/>
              </a:rPr>
              <a:t>Core Values</a:t>
            </a:r>
            <a:endParaRPr b="1" i="0" sz="1125" u="none" cap="none" strike="noStrike">
              <a:solidFill>
                <a:srgbClr val="D2AE6C"/>
              </a:solidFill>
              <a:latin typeface="Archivo Narrow"/>
              <a:ea typeface="Archivo Narrow"/>
              <a:cs typeface="Archivo Narrow"/>
              <a:sym typeface="Archivo Narrow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lt1"/>
                </a:solidFill>
                <a:latin typeface="Archivo Narrow Medium"/>
                <a:ea typeface="Archivo Narrow Medium"/>
                <a:cs typeface="Archivo Narrow Medium"/>
                <a:sym typeface="Archivo Narrow Medium"/>
              </a:rPr>
              <a:t>Faith in God |  Moral Uprightness</a:t>
            </a:r>
            <a:endParaRPr b="0" i="0" sz="900" u="none" cap="none" strike="noStrike">
              <a:solidFill>
                <a:schemeClr val="lt1"/>
              </a:solidFill>
              <a:latin typeface="Archivo Narrow Medium"/>
              <a:ea typeface="Archivo Narrow Medium"/>
              <a:cs typeface="Archivo Narrow Medium"/>
              <a:sym typeface="Archivo Narrow Medium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lt1"/>
                </a:solidFill>
                <a:latin typeface="Archivo Narrow Medium"/>
                <a:ea typeface="Archivo Narrow Medium"/>
                <a:cs typeface="Archivo Narrow Medium"/>
                <a:sym typeface="Archivo Narrow Medium"/>
              </a:rPr>
              <a:t> Love of Fellow Beings |  Social Responsibility</a:t>
            </a:r>
            <a:br>
              <a:rPr b="0" i="0" lang="en" sz="900" u="none" cap="none" strike="noStrike">
                <a:solidFill>
                  <a:schemeClr val="lt1"/>
                </a:solidFill>
                <a:latin typeface="Archivo Narrow Medium"/>
                <a:ea typeface="Archivo Narrow Medium"/>
                <a:cs typeface="Archivo Narrow Medium"/>
                <a:sym typeface="Archivo Narrow Medium"/>
              </a:rPr>
            </a:br>
            <a:r>
              <a:rPr b="0" i="0" lang="en" sz="900" u="none" cap="none" strike="noStrike">
                <a:solidFill>
                  <a:schemeClr val="lt1"/>
                </a:solidFill>
                <a:latin typeface="Archivo Narrow Medium"/>
                <a:ea typeface="Archivo Narrow Medium"/>
                <a:cs typeface="Archivo Narrow Medium"/>
                <a:sym typeface="Archivo Narrow Medium"/>
              </a:rPr>
              <a:t>Pursuit of Excellence</a:t>
            </a:r>
            <a:endParaRPr b="0" i="0" sz="900" u="none" cap="none" strike="noStrike">
              <a:solidFill>
                <a:schemeClr val="lt1"/>
              </a:solidFill>
              <a:latin typeface="Archivo Narrow Medium"/>
              <a:ea typeface="Archivo Narrow Medium"/>
              <a:cs typeface="Archivo Narrow Medium"/>
              <a:sym typeface="Archivo Narrow Medium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6"/>
          <p:cNvSpPr txBox="1"/>
          <p:nvPr>
            <p:ph type="title"/>
          </p:nvPr>
        </p:nvSpPr>
        <p:spPr>
          <a:xfrm>
            <a:off x="311700" y="368825"/>
            <a:ext cx="8520525" cy="572625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IBM Plex Sans Condensed"/>
              <a:buNone/>
              <a:defRPr>
                <a:latin typeface="IBM Plex Sans Condensed"/>
                <a:ea typeface="IBM Plex Sans Condensed"/>
                <a:cs typeface="IBM Plex Sans Condensed"/>
                <a:sym typeface="IBM Plex Sans Condense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31" name="Google Shape;31;p26"/>
          <p:cNvSpPr txBox="1"/>
          <p:nvPr>
            <p:ph idx="1" type="body"/>
          </p:nvPr>
        </p:nvSpPr>
        <p:spPr>
          <a:xfrm>
            <a:off x="311700" y="1064541"/>
            <a:ext cx="8520525" cy="350415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4064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IBM Plex Sans Condensed"/>
              <a:buChar char="●"/>
              <a:defRPr>
                <a:latin typeface="IBM Plex Sans Condensed"/>
                <a:ea typeface="IBM Plex Sans Condensed"/>
                <a:cs typeface="IBM Plex Sans Condensed"/>
                <a:sym typeface="IBM Plex Sans Condensed"/>
              </a:defRPr>
            </a:lvl1pPr>
            <a:lvl2pPr indent="-3937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00"/>
              <a:buFont typeface="IBM Plex Sans Condensed"/>
              <a:buChar char="○"/>
              <a:defRPr>
                <a:latin typeface="IBM Plex Sans Condensed"/>
                <a:ea typeface="IBM Plex Sans Condensed"/>
                <a:cs typeface="IBM Plex Sans Condensed"/>
                <a:sym typeface="IBM Plex Sans Condensed"/>
              </a:defRPr>
            </a:lvl2pPr>
            <a:lvl3pPr indent="-3810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IBM Plex Sans Condensed"/>
              <a:buChar char="■"/>
              <a:defRPr>
                <a:latin typeface="IBM Plex Sans Condensed"/>
                <a:ea typeface="IBM Plex Sans Condensed"/>
                <a:cs typeface="IBM Plex Sans Condensed"/>
                <a:sym typeface="IBM Plex Sans Condensed"/>
              </a:defRPr>
            </a:lvl3pPr>
            <a:lvl4pPr indent="-3810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IBM Plex Sans Condensed"/>
              <a:buChar char="●"/>
              <a:defRPr>
                <a:latin typeface="IBM Plex Sans Condensed"/>
                <a:ea typeface="IBM Plex Sans Condensed"/>
                <a:cs typeface="IBM Plex Sans Condensed"/>
                <a:sym typeface="IBM Plex Sans Condensed"/>
              </a:defRPr>
            </a:lvl4pPr>
            <a:lvl5pPr indent="-3810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IBM Plex Sans Condensed"/>
              <a:buChar char="○"/>
              <a:defRPr>
                <a:latin typeface="IBM Plex Sans Condensed"/>
                <a:ea typeface="IBM Plex Sans Condensed"/>
                <a:cs typeface="IBM Plex Sans Condensed"/>
                <a:sym typeface="IBM Plex Sans Condensed"/>
              </a:defRPr>
            </a:lvl5pPr>
            <a:lvl6pPr indent="-3810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IBM Plex Sans Condensed"/>
              <a:buChar char="■"/>
              <a:defRPr>
                <a:latin typeface="IBM Plex Sans Condensed"/>
                <a:ea typeface="IBM Plex Sans Condensed"/>
                <a:cs typeface="IBM Plex Sans Condensed"/>
                <a:sym typeface="IBM Plex Sans Condensed"/>
              </a:defRPr>
            </a:lvl6pPr>
            <a:lvl7pPr indent="-3810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IBM Plex Sans Condensed"/>
              <a:buChar char="●"/>
              <a:defRPr>
                <a:latin typeface="IBM Plex Sans Condensed"/>
                <a:ea typeface="IBM Plex Sans Condensed"/>
                <a:cs typeface="IBM Plex Sans Condensed"/>
                <a:sym typeface="IBM Plex Sans Condensed"/>
              </a:defRPr>
            </a:lvl7pPr>
            <a:lvl8pPr indent="-3810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IBM Plex Sans Condensed"/>
              <a:buChar char="○"/>
              <a:defRPr>
                <a:latin typeface="IBM Plex Sans Condensed"/>
                <a:ea typeface="IBM Plex Sans Condensed"/>
                <a:cs typeface="IBM Plex Sans Condensed"/>
                <a:sym typeface="IBM Plex Sans Condensed"/>
              </a:defRPr>
            </a:lvl8pPr>
            <a:lvl9pPr indent="-3810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400"/>
              <a:buFont typeface="IBM Plex Sans Condensed"/>
              <a:buChar char="■"/>
              <a:defRPr>
                <a:latin typeface="IBM Plex Sans Condensed"/>
                <a:ea typeface="IBM Plex Sans Condensed"/>
                <a:cs typeface="IBM Plex Sans Condensed"/>
                <a:sym typeface="IBM Plex Sans Condensed"/>
              </a:defRPr>
            </a:lvl9pPr>
          </a:lstStyle>
          <a:p/>
        </p:txBody>
      </p:sp>
      <p:sp>
        <p:nvSpPr>
          <p:cNvPr id="32" name="Google Shape;32;p26"/>
          <p:cNvSpPr txBox="1"/>
          <p:nvPr>
            <p:ph idx="12" type="sldNum"/>
          </p:nvPr>
        </p:nvSpPr>
        <p:spPr>
          <a:xfrm>
            <a:off x="8415300" y="4806273"/>
            <a:ext cx="548775" cy="301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" name="Google Shape;33;p26"/>
          <p:cNvSpPr txBox="1"/>
          <p:nvPr/>
        </p:nvSpPr>
        <p:spPr>
          <a:xfrm>
            <a:off x="8688881" y="4886325"/>
            <a:ext cx="399600" cy="21757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t/>
            </a:r>
            <a:endParaRPr b="0" i="0" sz="975" u="none" cap="none" strike="noStrike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7"/>
          <p:cNvSpPr txBox="1"/>
          <p:nvPr>
            <p:ph type="title"/>
          </p:nvPr>
        </p:nvSpPr>
        <p:spPr>
          <a:xfrm>
            <a:off x="311700" y="2150850"/>
            <a:ext cx="8520525" cy="841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2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600"/>
            </a:lvl9pPr>
          </a:lstStyle>
          <a:p/>
        </p:txBody>
      </p:sp>
      <p:sp>
        <p:nvSpPr>
          <p:cNvPr id="36" name="Google Shape;36;p27"/>
          <p:cNvSpPr txBox="1"/>
          <p:nvPr>
            <p:ph idx="12" type="sldNum"/>
          </p:nvPr>
        </p:nvSpPr>
        <p:spPr>
          <a:xfrm>
            <a:off x="8415300" y="4806273"/>
            <a:ext cx="548775" cy="301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8"/>
          <p:cNvSpPr txBox="1"/>
          <p:nvPr>
            <p:ph type="title"/>
          </p:nvPr>
        </p:nvSpPr>
        <p:spPr>
          <a:xfrm>
            <a:off x="311700" y="387875"/>
            <a:ext cx="8520525" cy="572625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39" name="Google Shape;39;p28"/>
          <p:cNvSpPr txBox="1"/>
          <p:nvPr>
            <p:ph idx="1" type="body"/>
          </p:nvPr>
        </p:nvSpPr>
        <p:spPr>
          <a:xfrm>
            <a:off x="311700" y="1152469"/>
            <a:ext cx="3999825" cy="3563775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3492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425"/>
            </a:lvl1pPr>
            <a:lvl2pPr indent="-3302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Char char="○"/>
              <a:defRPr sz="1200"/>
            </a:lvl2pPr>
            <a:lvl3pPr indent="-3302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Char char="■"/>
              <a:defRPr sz="1200"/>
            </a:lvl3pPr>
            <a:lvl4pPr indent="-3302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Char char="●"/>
              <a:defRPr sz="1200"/>
            </a:lvl4pPr>
            <a:lvl5pPr indent="-3302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Char char="○"/>
              <a:defRPr sz="1200"/>
            </a:lvl5pPr>
            <a:lvl6pPr indent="-3302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Char char="■"/>
              <a:defRPr sz="1200"/>
            </a:lvl6pPr>
            <a:lvl7pPr indent="-3302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Char char="●"/>
              <a:defRPr sz="1200"/>
            </a:lvl7pPr>
            <a:lvl8pPr indent="-3302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Char char="○"/>
              <a:defRPr sz="1200"/>
            </a:lvl8pPr>
            <a:lvl9pPr indent="-3302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00"/>
              <a:buChar char="■"/>
              <a:defRPr sz="1200"/>
            </a:lvl9pPr>
          </a:lstStyle>
          <a:p/>
        </p:txBody>
      </p:sp>
      <p:sp>
        <p:nvSpPr>
          <p:cNvPr id="40" name="Google Shape;40;p28"/>
          <p:cNvSpPr txBox="1"/>
          <p:nvPr>
            <p:ph idx="2" type="body"/>
          </p:nvPr>
        </p:nvSpPr>
        <p:spPr>
          <a:xfrm>
            <a:off x="4832400" y="1152469"/>
            <a:ext cx="3999825" cy="3563775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3492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425"/>
            </a:lvl1pPr>
            <a:lvl2pPr indent="-3302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Char char="○"/>
              <a:defRPr sz="1200"/>
            </a:lvl2pPr>
            <a:lvl3pPr indent="-3302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Char char="■"/>
              <a:defRPr sz="1200"/>
            </a:lvl3pPr>
            <a:lvl4pPr indent="-3302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Char char="●"/>
              <a:defRPr sz="1200"/>
            </a:lvl4pPr>
            <a:lvl5pPr indent="-3302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Char char="○"/>
              <a:defRPr sz="1200"/>
            </a:lvl5pPr>
            <a:lvl6pPr indent="-3302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Char char="■"/>
              <a:defRPr sz="1200"/>
            </a:lvl6pPr>
            <a:lvl7pPr indent="-3302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Char char="●"/>
              <a:defRPr sz="1200"/>
            </a:lvl7pPr>
            <a:lvl8pPr indent="-3302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Char char="○"/>
              <a:defRPr sz="1200"/>
            </a:lvl8pPr>
            <a:lvl9pPr indent="-3302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00"/>
              <a:buChar char="■"/>
              <a:defRPr sz="1200"/>
            </a:lvl9pPr>
          </a:lstStyle>
          <a:p/>
        </p:txBody>
      </p:sp>
      <p:sp>
        <p:nvSpPr>
          <p:cNvPr id="41" name="Google Shape;41;p28"/>
          <p:cNvSpPr txBox="1"/>
          <p:nvPr>
            <p:ph idx="12" type="sldNum"/>
          </p:nvPr>
        </p:nvSpPr>
        <p:spPr>
          <a:xfrm>
            <a:off x="8415300" y="4806273"/>
            <a:ext cx="548775" cy="301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2" name="Google Shape;42;p28"/>
          <p:cNvSpPr/>
          <p:nvPr/>
        </p:nvSpPr>
        <p:spPr>
          <a:xfrm rot="10800000">
            <a:off x="-2125" y="-19"/>
            <a:ext cx="9155025" cy="273600"/>
          </a:xfrm>
          <a:prstGeom prst="round2SameRect">
            <a:avLst>
              <a:gd fmla="val 12503" name="adj1"/>
              <a:gd fmla="val 0" name="adj2"/>
            </a:avLst>
          </a:prstGeom>
          <a:solidFill>
            <a:srgbClr val="0B5394"/>
          </a:solidFill>
          <a:ln cap="flat" cmpd="sng" w="19050">
            <a:solidFill>
              <a:srgbClr val="0B53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Arial"/>
              <a:buNone/>
            </a:pPr>
            <a:r>
              <a:t/>
            </a:r>
            <a:endParaRPr b="0" i="0" sz="142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29"/>
          <p:cNvSpPr txBox="1"/>
          <p:nvPr>
            <p:ph type="title"/>
          </p:nvPr>
        </p:nvSpPr>
        <p:spPr>
          <a:xfrm>
            <a:off x="311700" y="387875"/>
            <a:ext cx="8520525" cy="572625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45" name="Google Shape;45;p29"/>
          <p:cNvSpPr txBox="1"/>
          <p:nvPr>
            <p:ph idx="12" type="sldNum"/>
          </p:nvPr>
        </p:nvSpPr>
        <p:spPr>
          <a:xfrm>
            <a:off x="8415300" y="4806273"/>
            <a:ext cx="548775" cy="301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30"/>
          <p:cNvSpPr txBox="1"/>
          <p:nvPr>
            <p:ph type="title"/>
          </p:nvPr>
        </p:nvSpPr>
        <p:spPr>
          <a:xfrm>
            <a:off x="311700" y="555600"/>
            <a:ext cx="5308650" cy="755775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2400"/>
            </a:lvl9pPr>
          </a:lstStyle>
          <a:p/>
        </p:txBody>
      </p:sp>
      <p:sp>
        <p:nvSpPr>
          <p:cNvPr id="48" name="Google Shape;48;p30"/>
          <p:cNvSpPr txBox="1"/>
          <p:nvPr>
            <p:ph idx="1" type="body"/>
          </p:nvPr>
        </p:nvSpPr>
        <p:spPr>
          <a:xfrm>
            <a:off x="311700" y="1389600"/>
            <a:ext cx="2808000" cy="3179475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3302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200"/>
            </a:lvl1pPr>
            <a:lvl2pPr indent="-3302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Char char="○"/>
              <a:defRPr sz="1200"/>
            </a:lvl2pPr>
            <a:lvl3pPr indent="-3302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Char char="■"/>
              <a:defRPr sz="1200"/>
            </a:lvl3pPr>
            <a:lvl4pPr indent="-3302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Char char="●"/>
              <a:defRPr sz="1200"/>
            </a:lvl4pPr>
            <a:lvl5pPr indent="-3302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Char char="○"/>
              <a:defRPr sz="1200"/>
            </a:lvl5pPr>
            <a:lvl6pPr indent="-3302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Char char="■"/>
              <a:defRPr sz="1200"/>
            </a:lvl6pPr>
            <a:lvl7pPr indent="-3302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Char char="●"/>
              <a:defRPr sz="1200"/>
            </a:lvl7pPr>
            <a:lvl8pPr indent="-3302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Char char="○"/>
              <a:defRPr sz="1200"/>
            </a:lvl8pPr>
            <a:lvl9pPr indent="-3302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00"/>
              <a:buChar char="■"/>
              <a:defRPr sz="1200"/>
            </a:lvl9pPr>
          </a:lstStyle>
          <a:p/>
        </p:txBody>
      </p:sp>
      <p:sp>
        <p:nvSpPr>
          <p:cNvPr id="49" name="Google Shape;49;p30"/>
          <p:cNvSpPr txBox="1"/>
          <p:nvPr>
            <p:ph idx="12" type="sldNum"/>
          </p:nvPr>
        </p:nvSpPr>
        <p:spPr>
          <a:xfrm>
            <a:off x="8415300" y="4806273"/>
            <a:ext cx="548775" cy="301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31"/>
          <p:cNvSpPr txBox="1"/>
          <p:nvPr>
            <p:ph type="title"/>
          </p:nvPr>
        </p:nvSpPr>
        <p:spPr>
          <a:xfrm>
            <a:off x="490250" y="450150"/>
            <a:ext cx="6367725" cy="4090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4800"/>
            </a:lvl9pPr>
          </a:lstStyle>
          <a:p/>
        </p:txBody>
      </p:sp>
      <p:sp>
        <p:nvSpPr>
          <p:cNvPr id="52" name="Google Shape;52;p31"/>
          <p:cNvSpPr txBox="1"/>
          <p:nvPr>
            <p:ph idx="12" type="sldNum"/>
          </p:nvPr>
        </p:nvSpPr>
        <p:spPr>
          <a:xfrm>
            <a:off x="8415300" y="4806273"/>
            <a:ext cx="548775" cy="301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32"/>
          <p:cNvSpPr/>
          <p:nvPr/>
        </p:nvSpPr>
        <p:spPr>
          <a:xfrm>
            <a:off x="4572000" y="204113"/>
            <a:ext cx="4572000" cy="4602375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32"/>
          <p:cNvSpPr txBox="1"/>
          <p:nvPr>
            <p:ph type="title"/>
          </p:nvPr>
        </p:nvSpPr>
        <p:spPr>
          <a:xfrm>
            <a:off x="265500" y="1233175"/>
            <a:ext cx="4045275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315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4200"/>
            </a:lvl9pPr>
          </a:lstStyle>
          <a:p/>
        </p:txBody>
      </p:sp>
      <p:sp>
        <p:nvSpPr>
          <p:cNvPr id="56" name="Google Shape;56;p32"/>
          <p:cNvSpPr txBox="1"/>
          <p:nvPr>
            <p:ph idx="1" type="subTitle"/>
          </p:nvPr>
        </p:nvSpPr>
        <p:spPr>
          <a:xfrm>
            <a:off x="265500" y="2803075"/>
            <a:ext cx="4045275" cy="1235025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9pPr>
          </a:lstStyle>
          <a:p/>
        </p:txBody>
      </p:sp>
      <p:sp>
        <p:nvSpPr>
          <p:cNvPr id="57" name="Google Shape;57;p32"/>
          <p:cNvSpPr txBox="1"/>
          <p:nvPr>
            <p:ph idx="2" type="body"/>
          </p:nvPr>
        </p:nvSpPr>
        <p:spPr>
          <a:xfrm>
            <a:off x="4939500" y="724075"/>
            <a:ext cx="3836925" cy="3695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indent="-4064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1pPr>
            <a:lvl2pPr indent="-3937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00"/>
              <a:buChar char="○"/>
              <a:defRPr/>
            </a:lvl2pPr>
            <a:lvl3pPr indent="-3810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Char char="■"/>
              <a:defRPr/>
            </a:lvl3pPr>
            <a:lvl4pPr indent="-3810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Char char="●"/>
              <a:defRPr/>
            </a:lvl4pPr>
            <a:lvl5pPr indent="-3810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Char char="○"/>
              <a:defRPr/>
            </a:lvl5pPr>
            <a:lvl6pPr indent="-3810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Char char="■"/>
              <a:defRPr/>
            </a:lvl6pPr>
            <a:lvl7pPr indent="-3810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Char char="●"/>
              <a:defRPr/>
            </a:lvl7pPr>
            <a:lvl8pPr indent="-3810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Char char="○"/>
              <a:defRPr/>
            </a:lvl8pPr>
            <a:lvl9pPr indent="-3810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400"/>
              <a:buChar char="■"/>
              <a:defRPr/>
            </a:lvl9pPr>
          </a:lstStyle>
          <a:p/>
        </p:txBody>
      </p:sp>
      <p:sp>
        <p:nvSpPr>
          <p:cNvPr id="58" name="Google Shape;58;p32"/>
          <p:cNvSpPr txBox="1"/>
          <p:nvPr>
            <p:ph idx="12" type="sldNum"/>
          </p:nvPr>
        </p:nvSpPr>
        <p:spPr>
          <a:xfrm>
            <a:off x="8415300" y="4806273"/>
            <a:ext cx="548775" cy="301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33"/>
          <p:cNvSpPr txBox="1"/>
          <p:nvPr>
            <p:ph idx="1" type="body"/>
          </p:nvPr>
        </p:nvSpPr>
        <p:spPr>
          <a:xfrm>
            <a:off x="311700" y="4329994"/>
            <a:ext cx="5998725" cy="476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indent="-393700" lvl="1" marL="914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600"/>
              <a:buChar char="○"/>
              <a:defRPr/>
            </a:lvl2pPr>
            <a:lvl3pPr indent="-381000" lvl="2" marL="1371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400"/>
              <a:buChar char="■"/>
              <a:defRPr/>
            </a:lvl3pPr>
            <a:lvl4pPr indent="-381000" lvl="3" marL="1828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400"/>
              <a:buChar char="●"/>
              <a:defRPr/>
            </a:lvl4pPr>
            <a:lvl5pPr indent="-381000" lvl="4" marL="2286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400"/>
              <a:buChar char="○"/>
              <a:defRPr/>
            </a:lvl5pPr>
            <a:lvl6pPr indent="-381000" lvl="5" marL="2743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400"/>
              <a:buChar char="■"/>
              <a:defRPr/>
            </a:lvl6pPr>
            <a:lvl7pPr indent="-381000" lvl="6" marL="3200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400"/>
              <a:buChar char="●"/>
              <a:defRPr/>
            </a:lvl7pPr>
            <a:lvl8pPr indent="-381000" lvl="7" marL="3657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400"/>
              <a:buChar char="○"/>
              <a:defRPr/>
            </a:lvl8pPr>
            <a:lvl9pPr indent="-381000" lvl="8" marL="411480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2400"/>
              <a:buChar char="■"/>
              <a:defRPr/>
            </a:lvl9pPr>
          </a:lstStyle>
          <a:p/>
        </p:txBody>
      </p:sp>
      <p:sp>
        <p:nvSpPr>
          <p:cNvPr id="61" name="Google Shape;61;p33"/>
          <p:cNvSpPr txBox="1"/>
          <p:nvPr>
            <p:ph idx="12" type="sldNum"/>
          </p:nvPr>
        </p:nvSpPr>
        <p:spPr>
          <a:xfrm>
            <a:off x="8415300" y="4806273"/>
            <a:ext cx="548775" cy="301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34"/>
          <p:cNvSpPr txBox="1"/>
          <p:nvPr>
            <p:ph type="title"/>
          </p:nvPr>
        </p:nvSpPr>
        <p:spPr>
          <a:xfrm>
            <a:off x="311700" y="1106125"/>
            <a:ext cx="8520525" cy="1963575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2000"/>
            </a:lvl9pPr>
          </a:lstStyle>
          <a:p/>
        </p:txBody>
      </p:sp>
      <p:sp>
        <p:nvSpPr>
          <p:cNvPr id="64" name="Google Shape;64;p34"/>
          <p:cNvSpPr txBox="1"/>
          <p:nvPr>
            <p:ph idx="1" type="body"/>
          </p:nvPr>
        </p:nvSpPr>
        <p:spPr>
          <a:xfrm>
            <a:off x="311700" y="3152225"/>
            <a:ext cx="8520525" cy="13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4064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1pPr>
            <a:lvl2pPr indent="-393700" lvl="1" marL="9144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00"/>
              <a:buChar char="○"/>
              <a:defRPr/>
            </a:lvl2pPr>
            <a:lvl3pPr indent="-381000" lvl="2" marL="13716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Char char="■"/>
              <a:defRPr/>
            </a:lvl3pPr>
            <a:lvl4pPr indent="-381000" lvl="3" marL="18288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Char char="●"/>
              <a:defRPr/>
            </a:lvl4pPr>
            <a:lvl5pPr indent="-381000" lvl="4" marL="22860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Char char="○"/>
              <a:defRPr/>
            </a:lvl5pPr>
            <a:lvl6pPr indent="-381000" lvl="5" marL="27432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Char char="■"/>
              <a:defRPr/>
            </a:lvl6pPr>
            <a:lvl7pPr indent="-381000" lvl="6" marL="32004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Char char="●"/>
              <a:defRPr/>
            </a:lvl7pPr>
            <a:lvl8pPr indent="-381000" lvl="7" marL="36576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Char char="○"/>
              <a:defRPr/>
            </a:lvl8pPr>
            <a:lvl9pPr indent="-381000" lvl="8" marL="4114800" algn="ctr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400"/>
              <a:buChar char="■"/>
              <a:defRPr/>
            </a:lvl9pPr>
          </a:lstStyle>
          <a:p/>
        </p:txBody>
      </p:sp>
      <p:sp>
        <p:nvSpPr>
          <p:cNvPr id="65" name="Google Shape;65;p34"/>
          <p:cNvSpPr txBox="1"/>
          <p:nvPr>
            <p:ph idx="12" type="sldNum"/>
          </p:nvPr>
        </p:nvSpPr>
        <p:spPr>
          <a:xfrm>
            <a:off x="8415300" y="4806273"/>
            <a:ext cx="548775" cy="301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35"/>
          <p:cNvSpPr txBox="1"/>
          <p:nvPr>
            <p:ph idx="12" type="sldNum"/>
          </p:nvPr>
        </p:nvSpPr>
        <p:spPr>
          <a:xfrm>
            <a:off x="8415300" y="4806273"/>
            <a:ext cx="548775" cy="301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6"/>
          <p:cNvSpPr txBox="1"/>
          <p:nvPr>
            <p:ph type="title"/>
          </p:nvPr>
        </p:nvSpPr>
        <p:spPr>
          <a:xfrm>
            <a:off x="518309" y="544463"/>
            <a:ext cx="7743825" cy="1081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6"/>
          <p:cNvSpPr txBox="1"/>
          <p:nvPr>
            <p:ph idx="1" type="body"/>
          </p:nvPr>
        </p:nvSpPr>
        <p:spPr>
          <a:xfrm>
            <a:off x="518309" y="1755098"/>
            <a:ext cx="7743825" cy="2673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4325" lvl="0" marL="457200" algn="l">
              <a:lnSpc>
                <a:spcPct val="110000"/>
              </a:lnSpc>
              <a:spcBef>
                <a:spcPts val="750"/>
              </a:spcBef>
              <a:spcAft>
                <a:spcPts val="0"/>
              </a:spcAft>
              <a:buSzPts val="1350"/>
              <a:buChar char="▪"/>
              <a:defRPr/>
            </a:lvl1pPr>
            <a:lvl2pPr indent="-314325" lvl="1" marL="914400" algn="l">
              <a:lnSpc>
                <a:spcPct val="110000"/>
              </a:lnSpc>
              <a:spcBef>
                <a:spcPts val="375"/>
              </a:spcBef>
              <a:spcAft>
                <a:spcPts val="0"/>
              </a:spcAft>
              <a:buSzPts val="1350"/>
              <a:buChar char="▪"/>
              <a:defRPr/>
            </a:lvl2pPr>
            <a:lvl3pPr indent="-314325" lvl="2" marL="1371600" algn="l">
              <a:lnSpc>
                <a:spcPct val="110000"/>
              </a:lnSpc>
              <a:spcBef>
                <a:spcPts val="375"/>
              </a:spcBef>
              <a:spcAft>
                <a:spcPts val="0"/>
              </a:spcAft>
              <a:buSzPts val="1350"/>
              <a:buChar char="▪"/>
              <a:defRPr/>
            </a:lvl3pPr>
            <a:lvl4pPr indent="-314325" lvl="3" marL="1828800" algn="l">
              <a:lnSpc>
                <a:spcPct val="110000"/>
              </a:lnSpc>
              <a:spcBef>
                <a:spcPts val="375"/>
              </a:spcBef>
              <a:spcAft>
                <a:spcPts val="0"/>
              </a:spcAft>
              <a:buSzPts val="1350"/>
              <a:buChar char="▪"/>
              <a:defRPr/>
            </a:lvl4pPr>
            <a:lvl5pPr indent="-314325" lvl="4" marL="2286000" algn="l">
              <a:lnSpc>
                <a:spcPct val="110000"/>
              </a:lnSpc>
              <a:spcBef>
                <a:spcPts val="375"/>
              </a:spcBef>
              <a:spcAft>
                <a:spcPts val="0"/>
              </a:spcAft>
              <a:buSzPts val="1350"/>
              <a:buChar char="▪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36"/>
          <p:cNvSpPr txBox="1"/>
          <p:nvPr>
            <p:ph idx="12" type="sldNum"/>
          </p:nvPr>
        </p:nvSpPr>
        <p:spPr>
          <a:xfrm>
            <a:off x="8252737" y="4661903"/>
            <a:ext cx="734400" cy="312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675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675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675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675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675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675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675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675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675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AND_BODY" type="tx">
  <p:cSld name="TITLE_AND_BODY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7"/>
          <p:cNvSpPr txBox="1"/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17"/>
          <p:cNvSpPr txBox="1"/>
          <p:nvPr>
            <p:ph idx="1"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17"/>
          <p:cNvSpPr txBox="1"/>
          <p:nvPr>
            <p:ph idx="12" type="sldNum"/>
          </p:nvPr>
        </p:nvSpPr>
        <p:spPr>
          <a:xfrm>
            <a:off x="8415360" y="4806360"/>
            <a:ext cx="548280" cy="30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2025" lIns="122025" spcFirstLastPara="1" rIns="122025" wrap="square" tIns="1220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idx="12" type="sldNum"/>
          </p:nvPr>
        </p:nvSpPr>
        <p:spPr>
          <a:xfrm>
            <a:off x="8415360" y="4806360"/>
            <a:ext cx="547560" cy="300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2025" lIns="122025" spcFirstLastPara="1" rIns="122025" wrap="square" tIns="1220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_" type="blank">
  <p:cSld name="BLANK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1"/>
          <p:cNvSpPr txBox="1"/>
          <p:nvPr>
            <p:ph idx="12" type="sldNum"/>
          </p:nvPr>
        </p:nvSpPr>
        <p:spPr>
          <a:xfrm>
            <a:off x="8415360" y="4806360"/>
            <a:ext cx="547560" cy="300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2025" lIns="122025" spcFirstLastPara="1" rIns="122025" wrap="square" tIns="1220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4" Type="http://schemas.openxmlformats.org/officeDocument/2006/relationships/theme" Target="../theme/theme5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3.xml"/><Relationship Id="rId3" Type="http://schemas.openxmlformats.org/officeDocument/2006/relationships/theme" Target="../theme/theme1.xml"/></Relationships>
</file>

<file path=ppt/slideMasters/_rels/slideMaster3.xml.rels><?xml version="1.0" encoding="UTF-8" standalone="yes"?>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4.xml"/><Relationship Id="rId3" Type="http://schemas.openxmlformats.org/officeDocument/2006/relationships/theme" Target="../theme/theme4.xml"/></Relationships>
</file>

<file path=ppt/slideMasters/_rels/slideMaster4.xml.rels><?xml version="1.0" encoding="UTF-8" standalone="yes"?>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5.xml"/><Relationship Id="rId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4"/>
          <p:cNvSpPr txBox="1"/>
          <p:nvPr>
            <p:ph type="title"/>
          </p:nvPr>
        </p:nvSpPr>
        <p:spPr>
          <a:xfrm>
            <a:off x="311700" y="387875"/>
            <a:ext cx="8520525" cy="572625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IBM Plex Sans Condensed"/>
              <a:buNone/>
              <a:defRPr b="1" i="0" sz="3200" u="none" cap="none" strike="noStrike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IBM Plex Sans Condensed"/>
              <a:buNone/>
              <a:defRPr b="1" i="0" sz="3200" u="none" cap="none" strike="noStrike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IBM Plex Sans Condensed"/>
              <a:buNone/>
              <a:defRPr b="1" i="0" sz="3200" u="none" cap="none" strike="noStrike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IBM Plex Sans Condensed"/>
              <a:buNone/>
              <a:defRPr b="1" i="0" sz="3200" u="none" cap="none" strike="noStrike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IBM Plex Sans Condensed"/>
              <a:buNone/>
              <a:defRPr b="1" i="0" sz="3200" u="none" cap="none" strike="noStrike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IBM Plex Sans Condensed"/>
              <a:buNone/>
              <a:defRPr b="1" i="0" sz="3200" u="none" cap="none" strike="noStrike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IBM Plex Sans Condensed"/>
              <a:buNone/>
              <a:defRPr b="1" i="0" sz="3200" u="none" cap="none" strike="noStrike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IBM Plex Sans Condensed"/>
              <a:buNone/>
              <a:defRPr b="1" i="0" sz="3200" u="none" cap="none" strike="noStrike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IBM Plex Sans Condensed"/>
              <a:buNone/>
              <a:defRPr b="1" i="0" sz="3200" u="none" cap="none" strike="noStrike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defRPr>
            </a:lvl9pPr>
          </a:lstStyle>
          <a:p/>
        </p:txBody>
      </p:sp>
      <p:sp>
        <p:nvSpPr>
          <p:cNvPr id="7" name="Google Shape;7;p24"/>
          <p:cNvSpPr txBox="1"/>
          <p:nvPr>
            <p:ph idx="1" type="body"/>
          </p:nvPr>
        </p:nvSpPr>
        <p:spPr>
          <a:xfrm>
            <a:off x="311700" y="1017656"/>
            <a:ext cx="8520525" cy="35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4064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IBM Plex Sans Condensed"/>
              <a:buChar char="●"/>
              <a:defRPr b="0" i="0" sz="2800" u="none" cap="none" strike="noStrike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defRPr>
            </a:lvl1pPr>
            <a:lvl2pPr indent="-393700" lvl="1" marL="9144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IBM Plex Sans Condensed"/>
              <a:buChar char="○"/>
              <a:defRPr b="0" i="0" sz="2600" u="none" cap="none" strike="noStrike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chivo Narrow"/>
              <a:buChar char="■"/>
              <a:defRPr b="0" i="0" sz="2400" u="none" cap="none" strike="noStrike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3pPr>
            <a:lvl4pPr indent="-381000" lvl="3" marL="18288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chivo Narrow"/>
              <a:buChar char="●"/>
              <a:defRPr b="0" i="0" sz="2400" u="none" cap="none" strike="noStrike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4pPr>
            <a:lvl5pPr indent="-381000" lvl="4" marL="22860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chivo Narrow"/>
              <a:buChar char="○"/>
              <a:defRPr b="0" i="0" sz="2400" u="none" cap="none" strike="noStrike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5pPr>
            <a:lvl6pPr indent="-381000" lvl="5" marL="27432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chivo Narrow"/>
              <a:buChar char="■"/>
              <a:defRPr b="0" i="0" sz="2400" u="none" cap="none" strike="noStrike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6pPr>
            <a:lvl7pPr indent="-381000" lvl="6" marL="32004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chivo Narrow"/>
              <a:buChar char="●"/>
              <a:defRPr b="0" i="0" sz="2400" u="none" cap="none" strike="noStrike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7pPr>
            <a:lvl8pPr indent="-381000" lvl="7" marL="36576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chivo Narrow"/>
              <a:buChar char="○"/>
              <a:defRPr b="0" i="0" sz="2400" u="none" cap="none" strike="noStrike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8pPr>
            <a:lvl9pPr indent="-381000" lvl="8" marL="4114800" marR="0" rtl="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SzPts val="2400"/>
              <a:buFont typeface="Archivo Narrow"/>
              <a:buChar char="■"/>
              <a:defRPr b="0" i="0" sz="2400" u="none" cap="none" strike="noStrike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9pPr>
          </a:lstStyle>
          <a:p/>
        </p:txBody>
      </p:sp>
      <p:sp>
        <p:nvSpPr>
          <p:cNvPr id="8" name="Google Shape;8;p24"/>
          <p:cNvSpPr/>
          <p:nvPr/>
        </p:nvSpPr>
        <p:spPr>
          <a:xfrm>
            <a:off x="0" y="-7289"/>
            <a:ext cx="9144000" cy="196425"/>
          </a:xfrm>
          <a:prstGeom prst="rect">
            <a:avLst/>
          </a:prstGeom>
          <a:solidFill>
            <a:srgbClr val="0C5394"/>
          </a:solidFill>
          <a:ln cap="flat" cmpd="sng" w="9525">
            <a:solidFill>
              <a:srgbClr val="0C53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50" lIns="68550" spcFirstLastPara="1" rIns="68550" wrap="square" tIns="68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rgbClr val="000000"/>
              </a:solidFill>
              <a:latin typeface="IBM Plex Sans Condensed"/>
              <a:ea typeface="IBM Plex Sans Condensed"/>
              <a:cs typeface="IBM Plex Sans Condensed"/>
              <a:sym typeface="IBM Plex Sans Condensed"/>
            </a:endParaRPr>
          </a:p>
        </p:txBody>
      </p:sp>
      <p:sp>
        <p:nvSpPr>
          <p:cNvPr id="9" name="Google Shape;9;p24"/>
          <p:cNvSpPr/>
          <p:nvPr/>
        </p:nvSpPr>
        <p:spPr>
          <a:xfrm>
            <a:off x="0" y="4961663"/>
            <a:ext cx="9144000" cy="196425"/>
          </a:xfrm>
          <a:prstGeom prst="rect">
            <a:avLst/>
          </a:prstGeom>
          <a:solidFill>
            <a:srgbClr val="0C5394"/>
          </a:solidFill>
          <a:ln cap="flat" cmpd="sng" w="9525">
            <a:solidFill>
              <a:srgbClr val="0C53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50" lIns="68550" spcFirstLastPara="1" rIns="68550" wrap="square" tIns="68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rgbClr val="000000"/>
              </a:solidFill>
              <a:latin typeface="IBM Plex Sans Condensed"/>
              <a:ea typeface="IBM Plex Sans Condensed"/>
              <a:cs typeface="IBM Plex Sans Condensed"/>
              <a:sym typeface="IBM Plex Sans Condensed"/>
            </a:endParaRPr>
          </a:p>
        </p:txBody>
      </p:sp>
      <p:sp>
        <p:nvSpPr>
          <p:cNvPr id="10" name="Google Shape;10;p24"/>
          <p:cNvSpPr/>
          <p:nvPr/>
        </p:nvSpPr>
        <p:spPr>
          <a:xfrm>
            <a:off x="-38" y="4790475"/>
            <a:ext cx="9144000" cy="265050"/>
          </a:xfrm>
          <a:prstGeom prst="roundRect">
            <a:avLst>
              <a:gd fmla="val 16667" name="adj"/>
            </a:avLst>
          </a:prstGeom>
          <a:solidFill>
            <a:srgbClr val="0C5394"/>
          </a:solidFill>
          <a:ln cap="flat" cmpd="sng" w="9525">
            <a:solidFill>
              <a:srgbClr val="0C53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50" lIns="68550" spcFirstLastPara="1" rIns="68550" wrap="square" tIns="68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rgbClr val="000000"/>
              </a:solidFill>
              <a:latin typeface="IBM Plex Sans Condensed"/>
              <a:ea typeface="IBM Plex Sans Condensed"/>
              <a:cs typeface="IBM Plex Sans Condensed"/>
              <a:sym typeface="IBM Plex Sans Condensed"/>
            </a:endParaRPr>
          </a:p>
        </p:txBody>
      </p:sp>
      <p:sp>
        <p:nvSpPr>
          <p:cNvPr id="11" name="Google Shape;11;p24"/>
          <p:cNvSpPr txBox="1"/>
          <p:nvPr/>
        </p:nvSpPr>
        <p:spPr>
          <a:xfrm rot="-462626">
            <a:off x="6618896" y="4778562"/>
            <a:ext cx="1368448" cy="323143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68550" spcFirstLastPara="1" rIns="68550" wrap="square" tIns="685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D2AE6C"/>
                </a:solidFill>
                <a:latin typeface="Yellowtail"/>
                <a:ea typeface="Yellowtail"/>
                <a:cs typeface="Yellowtail"/>
                <a:sym typeface="Yellowtail"/>
              </a:rPr>
              <a:t>Excellence &amp; Service</a:t>
            </a:r>
            <a:endParaRPr b="0" i="0" sz="1200" u="none" cap="none" strike="noStrike">
              <a:solidFill>
                <a:srgbClr val="D2AE6C"/>
              </a:solidFill>
              <a:latin typeface="Yellowtail"/>
              <a:ea typeface="Yellowtail"/>
              <a:cs typeface="Yellowtail"/>
              <a:sym typeface="Yellowtail"/>
            </a:endParaRPr>
          </a:p>
        </p:txBody>
      </p:sp>
      <p:sp>
        <p:nvSpPr>
          <p:cNvPr id="12" name="Google Shape;12;p24"/>
          <p:cNvSpPr txBox="1"/>
          <p:nvPr/>
        </p:nvSpPr>
        <p:spPr>
          <a:xfrm rot="1419">
            <a:off x="4550944" y="4836364"/>
            <a:ext cx="2179800" cy="30006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68550" spcFirstLastPara="1" rIns="68550" wrap="square" tIns="6855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" sz="1050" u="none" cap="none" strike="noStrike">
                <a:solidFill>
                  <a:srgbClr val="CCCCCC"/>
                </a:solidFill>
                <a:latin typeface="Archivo Narrow"/>
                <a:ea typeface="Archivo Narrow"/>
                <a:cs typeface="Archivo Narrow"/>
                <a:sym typeface="Archivo Narrow"/>
              </a:rPr>
              <a:t>CHRIST (Deemed to be University)</a:t>
            </a:r>
            <a:endParaRPr b="0" i="0" sz="1050" u="none" cap="none" strike="noStrike">
              <a:solidFill>
                <a:srgbClr val="CCCCCC"/>
              </a:solidFill>
              <a:latin typeface="Archivo Narrow"/>
              <a:ea typeface="Archivo Narrow"/>
              <a:cs typeface="Archivo Narrow"/>
              <a:sym typeface="Archivo Narrow"/>
            </a:endParaRPr>
          </a:p>
        </p:txBody>
      </p:sp>
      <p:sp>
        <p:nvSpPr>
          <p:cNvPr id="13" name="Google Shape;13;p24"/>
          <p:cNvSpPr txBox="1"/>
          <p:nvPr>
            <p:ph idx="12" type="sldNum"/>
          </p:nvPr>
        </p:nvSpPr>
        <p:spPr>
          <a:xfrm>
            <a:off x="8415300" y="4806273"/>
            <a:ext cx="548775" cy="301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4" name="Google Shape;14;p24"/>
          <p:cNvPicPr preferRelativeResize="0"/>
          <p:nvPr/>
        </p:nvPicPr>
        <p:blipFill rotWithShape="1">
          <a:blip r:embed="rId1">
            <a:alphaModFix amt="2000"/>
          </a:blip>
          <a:srcRect b="0" l="0" r="0" t="0"/>
          <a:stretch/>
        </p:blipFill>
        <p:spPr>
          <a:xfrm>
            <a:off x="6304200" y="1820606"/>
            <a:ext cx="2503763" cy="249525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/>
          <p:nvPr/>
        </p:nvSpPr>
        <p:spPr>
          <a:xfrm>
            <a:off x="0" y="-7200"/>
            <a:ext cx="9143640" cy="196200"/>
          </a:xfrm>
          <a:prstGeom prst="rect">
            <a:avLst/>
          </a:prstGeom>
          <a:solidFill>
            <a:srgbClr val="0C5394"/>
          </a:solidFill>
          <a:ln cap="flat" cmpd="sng" w="9525">
            <a:solidFill>
              <a:srgbClr val="0C53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400" lIns="68400" spcFirstLastPara="1" rIns="68400" wrap="square" tIns="68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6"/>
          <p:cNvSpPr/>
          <p:nvPr/>
        </p:nvSpPr>
        <p:spPr>
          <a:xfrm>
            <a:off x="0" y="4961520"/>
            <a:ext cx="9143640" cy="196200"/>
          </a:xfrm>
          <a:prstGeom prst="rect">
            <a:avLst/>
          </a:prstGeom>
          <a:solidFill>
            <a:srgbClr val="0C5394"/>
          </a:solidFill>
          <a:ln cap="flat" cmpd="sng" w="9525">
            <a:solidFill>
              <a:srgbClr val="0C53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400" lIns="68400" spcFirstLastPara="1" rIns="68400" wrap="square" tIns="68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16"/>
          <p:cNvSpPr/>
          <p:nvPr/>
        </p:nvSpPr>
        <p:spPr>
          <a:xfrm>
            <a:off x="0" y="4790520"/>
            <a:ext cx="9143640" cy="264600"/>
          </a:xfrm>
          <a:prstGeom prst="roundRect">
            <a:avLst>
              <a:gd fmla="val 16667" name="adj"/>
            </a:avLst>
          </a:prstGeom>
          <a:solidFill>
            <a:srgbClr val="0C5394"/>
          </a:solidFill>
          <a:ln cap="flat" cmpd="sng" w="9525">
            <a:solidFill>
              <a:srgbClr val="0C53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400" lIns="68400" spcFirstLastPara="1" rIns="68400" wrap="square" tIns="68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16"/>
          <p:cNvSpPr/>
          <p:nvPr/>
        </p:nvSpPr>
        <p:spPr>
          <a:xfrm rot="-462600">
            <a:off x="6669360" y="4755960"/>
            <a:ext cx="1806120" cy="319320"/>
          </a:xfrm>
          <a:prstGeom prst="rect">
            <a:avLst/>
          </a:prstGeom>
          <a:noFill/>
          <a:ln>
            <a:noFill/>
          </a:ln>
        </p:spPr>
        <p:txBody>
          <a:bodyPr anchorCtr="0" anchor="t" bIns="68400" lIns="68400" spcFirstLastPara="1" rIns="68400" wrap="square" tIns="684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D2AE6C"/>
                </a:solidFill>
                <a:latin typeface="Yellowtail"/>
                <a:ea typeface="Yellowtail"/>
                <a:cs typeface="Yellowtail"/>
                <a:sym typeface="Yellowtail"/>
              </a:rPr>
              <a:t>Excellence &amp; Service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16"/>
          <p:cNvSpPr/>
          <p:nvPr/>
        </p:nvSpPr>
        <p:spPr>
          <a:xfrm rot="1200">
            <a:off x="4550760" y="4709160"/>
            <a:ext cx="2179440" cy="547560"/>
          </a:xfrm>
          <a:prstGeom prst="rect">
            <a:avLst/>
          </a:prstGeom>
          <a:noFill/>
          <a:ln>
            <a:noFill/>
          </a:ln>
        </p:spPr>
        <p:txBody>
          <a:bodyPr anchorCtr="0" anchor="t" bIns="68400" lIns="68400" spcFirstLastPara="1" rIns="68400" wrap="square" tIns="684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" sz="1350" u="none" cap="none" strike="noStrike">
                <a:solidFill>
                  <a:srgbClr val="CCCCCC"/>
                </a:solidFill>
                <a:latin typeface="Archivo Narrow"/>
                <a:ea typeface="Archivo Narrow"/>
                <a:cs typeface="Archivo Narrow"/>
                <a:sym typeface="Archivo Narrow"/>
              </a:rPr>
              <a:t>CHRIST (Deemed to be University)</a:t>
            </a:r>
            <a:endParaRPr b="0" i="0" sz="13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8" name="Google Shape;78;p16"/>
          <p:cNvPicPr preferRelativeResize="0"/>
          <p:nvPr/>
        </p:nvPicPr>
        <p:blipFill rotWithShape="1">
          <a:blip r:embed="rId1">
            <a:alphaModFix amt="2000"/>
          </a:blip>
          <a:srcRect b="0" l="0" r="0" t="0"/>
          <a:stretch/>
        </p:blipFill>
        <p:spPr>
          <a:xfrm>
            <a:off x="6304320" y="1820520"/>
            <a:ext cx="2503440" cy="2494800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16"/>
          <p:cNvSpPr txBox="1"/>
          <p:nvPr>
            <p:ph type="title"/>
          </p:nvPr>
        </p:nvSpPr>
        <p:spPr>
          <a:xfrm>
            <a:off x="311760" y="369000"/>
            <a:ext cx="852012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122025" lIns="122025" spcFirstLastPara="1" rIns="122025" wrap="square" tIns="1220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0" name="Google Shape;80;p16"/>
          <p:cNvSpPr txBox="1"/>
          <p:nvPr>
            <p:ph idx="1" type="body"/>
          </p:nvPr>
        </p:nvSpPr>
        <p:spPr>
          <a:xfrm>
            <a:off x="311760" y="1064520"/>
            <a:ext cx="8520120" cy="3503880"/>
          </a:xfrm>
          <a:prstGeom prst="rect">
            <a:avLst/>
          </a:prstGeom>
          <a:noFill/>
          <a:ln>
            <a:noFill/>
          </a:ln>
        </p:spPr>
        <p:txBody>
          <a:bodyPr anchorCtr="0" anchor="t" bIns="122025" lIns="122025" spcFirstLastPara="1" rIns="122025" wrap="square" tIns="122025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1" name="Google Shape;81;p16"/>
          <p:cNvSpPr txBox="1"/>
          <p:nvPr>
            <p:ph idx="12" type="sldNum"/>
          </p:nvPr>
        </p:nvSpPr>
        <p:spPr>
          <a:xfrm>
            <a:off x="8415360" y="4806360"/>
            <a:ext cx="548280" cy="30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2025" lIns="122025" spcFirstLastPara="1" rIns="122025" wrap="square" tIns="1220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2" name="Google Shape;82;p16"/>
          <p:cNvSpPr/>
          <p:nvPr/>
        </p:nvSpPr>
        <p:spPr>
          <a:xfrm>
            <a:off x="8688960" y="4886280"/>
            <a:ext cx="399240" cy="217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2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8"/>
          <p:cNvSpPr/>
          <p:nvPr/>
        </p:nvSpPr>
        <p:spPr>
          <a:xfrm>
            <a:off x="0" y="-7200"/>
            <a:ext cx="9142920" cy="195480"/>
          </a:xfrm>
          <a:prstGeom prst="rect">
            <a:avLst/>
          </a:prstGeom>
          <a:solidFill>
            <a:srgbClr val="0C5394"/>
          </a:solidFill>
          <a:ln cap="flat" cmpd="sng" w="9525">
            <a:solidFill>
              <a:srgbClr val="0C53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0000" spcFirstLastPara="1" rIns="90000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8"/>
          <p:cNvSpPr/>
          <p:nvPr/>
        </p:nvSpPr>
        <p:spPr>
          <a:xfrm>
            <a:off x="0" y="4961520"/>
            <a:ext cx="9142920" cy="195480"/>
          </a:xfrm>
          <a:prstGeom prst="rect">
            <a:avLst/>
          </a:prstGeom>
          <a:solidFill>
            <a:srgbClr val="0C5394"/>
          </a:solidFill>
          <a:ln cap="flat" cmpd="sng" w="9525">
            <a:solidFill>
              <a:srgbClr val="0C53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0000" spcFirstLastPara="1" rIns="90000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18"/>
          <p:cNvSpPr/>
          <p:nvPr/>
        </p:nvSpPr>
        <p:spPr>
          <a:xfrm>
            <a:off x="0" y="4790520"/>
            <a:ext cx="9142920" cy="264240"/>
          </a:xfrm>
          <a:prstGeom prst="roundRect">
            <a:avLst>
              <a:gd fmla="val 16667" name="adj"/>
            </a:avLst>
          </a:prstGeom>
          <a:solidFill>
            <a:srgbClr val="0C5394"/>
          </a:solidFill>
          <a:ln cap="flat" cmpd="sng" w="9525">
            <a:solidFill>
              <a:srgbClr val="0C53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0000" spcFirstLastPara="1" rIns="90000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8"/>
          <p:cNvSpPr/>
          <p:nvPr/>
        </p:nvSpPr>
        <p:spPr>
          <a:xfrm rot="-462600">
            <a:off x="6641280" y="4776120"/>
            <a:ext cx="1367280" cy="66996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0000" spcFirstLastPara="1" rIns="90000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rgbClr val="D2AE6C"/>
                </a:solidFill>
                <a:latin typeface="Yellowtail"/>
                <a:ea typeface="Yellowtail"/>
                <a:cs typeface="Yellowtail"/>
                <a:sym typeface="Yellowtail"/>
              </a:rPr>
              <a:t>Excellence &amp; Service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18"/>
          <p:cNvSpPr/>
          <p:nvPr/>
        </p:nvSpPr>
        <p:spPr>
          <a:xfrm rot="1200">
            <a:off x="4550040" y="4836240"/>
            <a:ext cx="2178720" cy="60948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0000" spcFirstLastPara="1" rIns="90000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CCCCCC"/>
                </a:solidFill>
                <a:latin typeface="Archivo Narrow"/>
                <a:ea typeface="Archivo Narrow"/>
                <a:cs typeface="Archivo Narrow"/>
                <a:sym typeface="Archivo Narrow"/>
              </a:rPr>
              <a:t>CHRIST (Deemed to be University)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3" name="Google Shape;93;p18"/>
          <p:cNvPicPr preferRelativeResize="0"/>
          <p:nvPr/>
        </p:nvPicPr>
        <p:blipFill rotWithShape="1">
          <a:blip r:embed="rId1">
            <a:alphaModFix amt="2000"/>
          </a:blip>
          <a:srcRect b="0" l="0" r="0" t="0"/>
          <a:stretch/>
        </p:blipFill>
        <p:spPr>
          <a:xfrm>
            <a:off x="6304320" y="1820520"/>
            <a:ext cx="1876680" cy="18702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8"/>
          <p:cNvSpPr txBox="1"/>
          <p:nvPr>
            <p:ph idx="12" type="sldNum"/>
          </p:nvPr>
        </p:nvSpPr>
        <p:spPr>
          <a:xfrm>
            <a:off x="8415360" y="4806360"/>
            <a:ext cx="547560" cy="300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2025" lIns="122025" spcFirstLastPara="1" rIns="122025" wrap="square" tIns="1220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5" name="Google Shape;95;p18"/>
          <p:cNvSpPr txBox="1"/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6" name="Google Shape;96;p18"/>
          <p:cNvSpPr txBox="1"/>
          <p:nvPr>
            <p:ph idx="1"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4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0"/>
          <p:cNvSpPr/>
          <p:nvPr/>
        </p:nvSpPr>
        <p:spPr>
          <a:xfrm>
            <a:off x="0" y="-7200"/>
            <a:ext cx="9142920" cy="195480"/>
          </a:xfrm>
          <a:prstGeom prst="rect">
            <a:avLst/>
          </a:prstGeom>
          <a:solidFill>
            <a:srgbClr val="0C5394"/>
          </a:solidFill>
          <a:ln cap="flat" cmpd="sng" w="9525">
            <a:solidFill>
              <a:srgbClr val="0C53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0000" spcFirstLastPara="1" rIns="90000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20"/>
          <p:cNvSpPr/>
          <p:nvPr/>
        </p:nvSpPr>
        <p:spPr>
          <a:xfrm>
            <a:off x="0" y="4961520"/>
            <a:ext cx="9142920" cy="195480"/>
          </a:xfrm>
          <a:prstGeom prst="rect">
            <a:avLst/>
          </a:prstGeom>
          <a:solidFill>
            <a:srgbClr val="0C5394"/>
          </a:solidFill>
          <a:ln cap="flat" cmpd="sng" w="9525">
            <a:solidFill>
              <a:srgbClr val="0C53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0000" spcFirstLastPara="1" rIns="90000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20"/>
          <p:cNvSpPr/>
          <p:nvPr/>
        </p:nvSpPr>
        <p:spPr>
          <a:xfrm>
            <a:off x="0" y="4790520"/>
            <a:ext cx="9142920" cy="264240"/>
          </a:xfrm>
          <a:prstGeom prst="roundRect">
            <a:avLst>
              <a:gd fmla="val 16667" name="adj"/>
            </a:avLst>
          </a:prstGeom>
          <a:solidFill>
            <a:srgbClr val="0C5394"/>
          </a:solidFill>
          <a:ln cap="flat" cmpd="sng" w="9525">
            <a:solidFill>
              <a:srgbClr val="0C53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0000" spcFirstLastPara="1" rIns="90000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20"/>
          <p:cNvSpPr/>
          <p:nvPr/>
        </p:nvSpPr>
        <p:spPr>
          <a:xfrm rot="-462600">
            <a:off x="6641280" y="4776120"/>
            <a:ext cx="1367280" cy="66996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0000" spcFirstLastPara="1" rIns="90000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rgbClr val="D2AE6C"/>
                </a:solidFill>
                <a:latin typeface="Yellowtail"/>
                <a:ea typeface="Yellowtail"/>
                <a:cs typeface="Yellowtail"/>
                <a:sym typeface="Yellowtail"/>
              </a:rPr>
              <a:t>Excellence &amp; Service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20"/>
          <p:cNvSpPr/>
          <p:nvPr/>
        </p:nvSpPr>
        <p:spPr>
          <a:xfrm rot="1200">
            <a:off x="4550040" y="4836240"/>
            <a:ext cx="2178720" cy="60948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0000" spcFirstLastPara="1" rIns="90000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CCCCCC"/>
                </a:solidFill>
                <a:latin typeface="Archivo Narrow"/>
                <a:ea typeface="Archivo Narrow"/>
                <a:cs typeface="Archivo Narrow"/>
                <a:sym typeface="Archivo Narrow"/>
              </a:rPr>
              <a:t>CHRIST (Deemed to be University)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5" name="Google Shape;105;p20"/>
          <p:cNvPicPr preferRelativeResize="0"/>
          <p:nvPr/>
        </p:nvPicPr>
        <p:blipFill rotWithShape="1">
          <a:blip r:embed="rId1">
            <a:alphaModFix amt="2000"/>
          </a:blip>
          <a:srcRect b="0" l="0" r="0" t="0"/>
          <a:stretch/>
        </p:blipFill>
        <p:spPr>
          <a:xfrm>
            <a:off x="6304320" y="1820520"/>
            <a:ext cx="1876680" cy="187020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20"/>
          <p:cNvSpPr txBox="1"/>
          <p:nvPr>
            <p:ph idx="12" type="sldNum"/>
          </p:nvPr>
        </p:nvSpPr>
        <p:spPr>
          <a:xfrm>
            <a:off x="8415360" y="4806360"/>
            <a:ext cx="547560" cy="300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2025" lIns="122025" spcFirstLastPara="1" rIns="122025" wrap="square" tIns="1220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7" name="Google Shape;107;p20"/>
          <p:cNvSpPr txBox="1"/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8" name="Google Shape;108;p20"/>
          <p:cNvSpPr txBox="1"/>
          <p:nvPr>
            <p:ph idx="1"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6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Relationship Id="rId4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www.nist.gov/" TargetMode="Externa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Relationship Id="rId4" Type="http://schemas.openxmlformats.org/officeDocument/2006/relationships/image" Target="../media/image5.gif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602889" cy="1602889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22"/>
          <p:cNvSpPr txBox="1"/>
          <p:nvPr>
            <p:ph type="ctrTitle"/>
          </p:nvPr>
        </p:nvSpPr>
        <p:spPr>
          <a:xfrm>
            <a:off x="118334" y="1456950"/>
            <a:ext cx="9520517" cy="1772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" sz="28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Centre for Quantum Technologies and Complex Systems</a:t>
            </a:r>
            <a:br>
              <a:rPr lang="en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3300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7" name="Google Shape;117;p22"/>
          <p:cNvSpPr txBox="1"/>
          <p:nvPr>
            <p:ph idx="1" type="subTitle"/>
          </p:nvPr>
        </p:nvSpPr>
        <p:spPr>
          <a:xfrm>
            <a:off x="343125" y="2797200"/>
            <a:ext cx="8004809" cy="1312221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45720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b="1" lang="en" sz="2800">
                <a:solidFill>
                  <a:srgbClr val="2A6099"/>
                </a:solidFill>
                <a:latin typeface="Roboto"/>
                <a:ea typeface="Roboto"/>
                <a:cs typeface="Roboto"/>
                <a:sym typeface="Roboto"/>
              </a:rPr>
              <a:t>			</a:t>
            </a:r>
            <a:r>
              <a:rPr b="1" lang="en" sz="2400">
                <a:solidFill>
                  <a:srgbClr val="2A6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Established on 2</a:t>
            </a:r>
            <a:r>
              <a:rPr b="1" baseline="30000" lang="en" sz="2400">
                <a:solidFill>
                  <a:srgbClr val="2A6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nd</a:t>
            </a:r>
            <a:r>
              <a:rPr b="1" lang="en" sz="2400">
                <a:solidFill>
                  <a:srgbClr val="2A6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July, 2025</a:t>
            </a:r>
            <a:endParaRPr/>
          </a:p>
          <a:p>
            <a:pPr indent="45720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b="1" lang="en" sz="2400">
                <a:solidFill>
                  <a:srgbClr val="2A6099"/>
                </a:solidFill>
                <a:latin typeface="Roboto"/>
                <a:ea typeface="Roboto"/>
                <a:cs typeface="Roboto"/>
                <a:sym typeface="Roboto"/>
              </a:rPr>
              <a:t>		</a:t>
            </a:r>
            <a:r>
              <a:rPr b="1" lang="en" sz="28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CHRIST(Deemed to be University)</a:t>
            </a:r>
            <a:endParaRPr b="1" sz="2800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t/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"/>
          <p:cNvSpPr txBox="1"/>
          <p:nvPr/>
        </p:nvSpPr>
        <p:spPr>
          <a:xfrm>
            <a:off x="360000" y="1044000"/>
            <a:ext cx="8460000" cy="3764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-441019" lvl="0" marL="57168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80"/>
              </a:buClr>
              <a:buSzPts val="1400"/>
              <a:buFont typeface="Roboto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41019" lvl="0" marL="57168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80"/>
              </a:buClr>
              <a:buSzPts val="1400"/>
              <a:buFont typeface="Roboto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29920" lvl="0" marL="57168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80"/>
              </a:buClr>
              <a:buSzPts val="1300"/>
              <a:buFont typeface="Roboto"/>
              <a:buChar char="❖"/>
            </a:pPr>
            <a:r>
              <a:rPr b="0" i="0" lang="en" sz="1300" u="none" cap="none" strike="noStrike">
                <a:solidFill>
                  <a:srgbClr val="000080"/>
                </a:solidFill>
                <a:latin typeface="Roboto"/>
                <a:ea typeface="Roboto"/>
                <a:cs typeface="Roboto"/>
                <a:sym typeface="Roboto"/>
              </a:rPr>
              <a:t>CQTCS aims to establish an international level world-leading research centre dedicated to advancing foundational and applied research in quantum science, engineering, and complex systems dynamics.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47369" lvl="0" marL="57168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80"/>
              </a:buClr>
              <a:buSzPts val="1300"/>
              <a:buFont typeface="Roboto"/>
              <a:buNone/>
            </a:pPr>
            <a:r>
              <a:t/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29920" lvl="0" marL="57168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80"/>
              </a:buClr>
              <a:buSzPts val="1300"/>
              <a:buFont typeface="Roboto"/>
              <a:buChar char="❖"/>
            </a:pPr>
            <a:r>
              <a:rPr b="0" i="0" lang="en" sz="1300" u="none" cap="none" strike="noStrike">
                <a:solidFill>
                  <a:srgbClr val="000080"/>
                </a:solidFill>
                <a:latin typeface="Roboto"/>
                <a:ea typeface="Roboto"/>
                <a:cs typeface="Roboto"/>
                <a:sym typeface="Roboto"/>
              </a:rPr>
              <a:t>Centre will train the next generation of physicists and interdisciplinary researchers, and provide support for innovation in quantum technologies and complex systems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47369" lvl="0" marL="57168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80"/>
              </a:buClr>
              <a:buSzPts val="1300"/>
              <a:buFont typeface="Roboto"/>
              <a:buNone/>
            </a:pPr>
            <a:r>
              <a:t/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29920" lvl="0" marL="57168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80"/>
              </a:buClr>
              <a:buSzPts val="1300"/>
              <a:buFont typeface="Roboto"/>
              <a:buChar char="❖"/>
            </a:pPr>
            <a:r>
              <a:rPr b="0" i="0" lang="en" sz="1300" u="none" cap="none" strike="noStrike">
                <a:solidFill>
                  <a:srgbClr val="000080"/>
                </a:solidFill>
                <a:latin typeface="Roboto"/>
                <a:ea typeface="Roboto"/>
                <a:cs typeface="Roboto"/>
                <a:sym typeface="Roboto"/>
              </a:rPr>
              <a:t>Centre will foster international collaborations and partnerships.  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47369" lvl="0" marL="57168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80"/>
              </a:buClr>
              <a:buSzPts val="1300"/>
              <a:buFont typeface="Roboto"/>
              <a:buNone/>
            </a:pPr>
            <a:r>
              <a:t/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29920" lvl="0" marL="57168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80"/>
              </a:buClr>
              <a:buSzPts val="1300"/>
              <a:buFont typeface="Roboto"/>
              <a:buChar char="❖"/>
            </a:pPr>
            <a:r>
              <a:rPr b="0" i="0" lang="en" sz="1300" u="none" cap="none" strike="noStrike">
                <a:solidFill>
                  <a:srgbClr val="000080"/>
                </a:solidFill>
                <a:latin typeface="Roboto"/>
                <a:ea typeface="Roboto"/>
                <a:cs typeface="Roboto"/>
                <a:sym typeface="Roboto"/>
              </a:rPr>
              <a:t>This centre follows the pattern of the world class institution Max Planck, Germany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8852" lvl="0" marL="216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5"/>
              <a:buFont typeface="Noto Sans Symbols"/>
              <a:buNone/>
            </a:pPr>
            <a:r>
              <a:t/>
            </a:r>
            <a:endParaRPr b="0" i="0" sz="13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3" name="Google Shape;123;p2"/>
          <p:cNvSpPr txBox="1"/>
          <p:nvPr/>
        </p:nvSpPr>
        <p:spPr>
          <a:xfrm>
            <a:off x="789120" y="309600"/>
            <a:ext cx="7850880" cy="95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C9211E"/>
                </a:solidFill>
                <a:latin typeface="Roboto"/>
                <a:ea typeface="Roboto"/>
                <a:cs typeface="Roboto"/>
                <a:sym typeface="Roboto"/>
              </a:rPr>
              <a:t>CENTER FOR QUANTUM TECHNOLOGIES AND COMPLEX SYSTEMS (CQTCS)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2"/>
          <p:cNvSpPr/>
          <p:nvPr/>
        </p:nvSpPr>
        <p:spPr>
          <a:xfrm>
            <a:off x="202680" y="1296000"/>
            <a:ext cx="8437320" cy="70164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0000" spcFirstLastPara="1" rIns="90000" wrap="square" tIns="91425">
            <a:spAutoFit/>
          </a:bodyPr>
          <a:lstStyle/>
          <a:p>
            <a:pPr indent="-441019" lvl="0" marL="57168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80"/>
              </a:buClr>
              <a:buSzPts val="1400"/>
              <a:buFont typeface="Roboto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2"/>
          <p:cNvSpPr txBox="1"/>
          <p:nvPr/>
        </p:nvSpPr>
        <p:spPr>
          <a:xfrm>
            <a:off x="540000" y="1296000"/>
            <a:ext cx="1956240" cy="342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0080"/>
                </a:solidFill>
                <a:latin typeface="Roboto"/>
                <a:ea typeface="Roboto"/>
                <a:cs typeface="Roboto"/>
                <a:sym typeface="Roboto"/>
              </a:rPr>
              <a:t>Goal of the centre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3"/>
          <p:cNvSpPr txBox="1"/>
          <p:nvPr/>
        </p:nvSpPr>
        <p:spPr>
          <a:xfrm>
            <a:off x="789120" y="309600"/>
            <a:ext cx="7850880" cy="95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C9211E"/>
                </a:solidFill>
                <a:latin typeface="Roboto"/>
                <a:ea typeface="Roboto"/>
                <a:cs typeface="Roboto"/>
                <a:sym typeface="Roboto"/>
              </a:rPr>
              <a:t>CENTER FOR QUANTUM TECHNOLOGIES AND COMPLEX SYSTEMS (CQTCS)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3"/>
          <p:cNvSpPr/>
          <p:nvPr/>
        </p:nvSpPr>
        <p:spPr>
          <a:xfrm>
            <a:off x="202680" y="1296000"/>
            <a:ext cx="8437320" cy="70164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0000" spcFirstLastPara="1" rIns="90000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2" name="Google Shape;13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4000" y="1296360"/>
            <a:ext cx="8608320" cy="27428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4"/>
          <p:cNvSpPr txBox="1"/>
          <p:nvPr/>
        </p:nvSpPr>
        <p:spPr>
          <a:xfrm>
            <a:off x="789120" y="309600"/>
            <a:ext cx="7850880" cy="95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C9211E"/>
                </a:solidFill>
                <a:latin typeface="Roboto"/>
                <a:ea typeface="Roboto"/>
                <a:cs typeface="Roboto"/>
                <a:sym typeface="Roboto"/>
              </a:rPr>
              <a:t>CENTER FOR QUANTUM TECHNOLOGIES AND COMPLEX SYSTEMS (CQTCS)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4"/>
          <p:cNvSpPr/>
          <p:nvPr/>
        </p:nvSpPr>
        <p:spPr>
          <a:xfrm>
            <a:off x="202680" y="1296000"/>
            <a:ext cx="8437320" cy="70164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0000" spcFirstLastPara="1" rIns="90000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9" name="Google Shape;139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0000" y="1178640"/>
            <a:ext cx="8100000" cy="278136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4"/>
          <p:cNvSpPr txBox="1"/>
          <p:nvPr/>
        </p:nvSpPr>
        <p:spPr>
          <a:xfrm>
            <a:off x="540000" y="3960000"/>
            <a:ext cx="1260000" cy="5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000080"/>
                </a:solidFill>
                <a:latin typeface="Roboto"/>
                <a:ea typeface="Roboto"/>
                <a:cs typeface="Roboto"/>
                <a:sym typeface="Roboto"/>
              </a:rPr>
              <a:t>Los Alamos National LAB, USA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4"/>
          <p:cNvSpPr txBox="1"/>
          <p:nvPr/>
        </p:nvSpPr>
        <p:spPr>
          <a:xfrm>
            <a:off x="1980000" y="3992400"/>
            <a:ext cx="1260000" cy="5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000080"/>
                </a:solidFill>
                <a:latin typeface="Roboto"/>
                <a:ea typeface="Roboto"/>
                <a:cs typeface="Roboto"/>
                <a:sym typeface="Roboto"/>
              </a:rPr>
              <a:t>PCS-IBS, South Korea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4"/>
          <p:cNvSpPr txBox="1"/>
          <p:nvPr/>
        </p:nvSpPr>
        <p:spPr>
          <a:xfrm>
            <a:off x="3384000" y="3992400"/>
            <a:ext cx="1260000" cy="5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000080"/>
                </a:solidFill>
                <a:latin typeface="Roboto"/>
                <a:ea typeface="Roboto"/>
                <a:cs typeface="Roboto"/>
                <a:sym typeface="Roboto"/>
              </a:rPr>
              <a:t>Uni. Luxembourg, Luxembourg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4"/>
          <p:cNvSpPr txBox="1"/>
          <p:nvPr/>
        </p:nvSpPr>
        <p:spPr>
          <a:xfrm>
            <a:off x="4788000" y="3992400"/>
            <a:ext cx="1260000" cy="5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000080"/>
                </a:solidFill>
                <a:latin typeface="Roboto"/>
                <a:ea typeface="Roboto"/>
                <a:cs typeface="Roboto"/>
                <a:sym typeface="Roboto"/>
              </a:rPr>
              <a:t>IIT Madras, India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4"/>
          <p:cNvSpPr txBox="1"/>
          <p:nvPr/>
        </p:nvSpPr>
        <p:spPr>
          <a:xfrm>
            <a:off x="6048000" y="3992400"/>
            <a:ext cx="1260000" cy="5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000080"/>
                </a:solidFill>
                <a:latin typeface="Roboto"/>
                <a:ea typeface="Roboto"/>
                <a:cs typeface="Roboto"/>
                <a:sym typeface="Roboto"/>
              </a:rPr>
              <a:t>IISER Pune, India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4"/>
          <p:cNvSpPr txBox="1"/>
          <p:nvPr/>
        </p:nvSpPr>
        <p:spPr>
          <a:xfrm>
            <a:off x="7416000" y="3992400"/>
            <a:ext cx="1260000" cy="5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000080"/>
                </a:solidFill>
                <a:latin typeface="Roboto"/>
                <a:ea typeface="Roboto"/>
                <a:cs typeface="Roboto"/>
                <a:sym typeface="Roboto"/>
              </a:rPr>
              <a:t>TIFR Mumbai, India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3"/>
          <p:cNvSpPr txBox="1"/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1" name="Google Shape;151;p23"/>
          <p:cNvSpPr txBox="1"/>
          <p:nvPr>
            <p:ph idx="1"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7"/>
          <p:cNvSpPr txBox="1"/>
          <p:nvPr>
            <p:ph type="title"/>
          </p:nvPr>
        </p:nvSpPr>
        <p:spPr>
          <a:xfrm>
            <a:off x="311760" y="297000"/>
            <a:ext cx="852012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211E"/>
              </a:buClr>
              <a:buSzPts val="2000"/>
              <a:buFont typeface="Roboto"/>
              <a:buNone/>
            </a:pPr>
            <a:r>
              <a:rPr b="1" lang="en" sz="2000" strike="noStrike">
                <a:solidFill>
                  <a:srgbClr val="C9211E"/>
                </a:solidFill>
                <a:latin typeface="Roboto"/>
                <a:ea typeface="Roboto"/>
                <a:cs typeface="Roboto"/>
                <a:sym typeface="Roboto"/>
              </a:rPr>
              <a:t>Research Domains of CQTCS</a:t>
            </a:r>
            <a:endParaRPr b="1" sz="2000" strike="noStrike">
              <a:solidFill>
                <a:srgbClr val="C9211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7" name="Google Shape;157;p7"/>
          <p:cNvSpPr txBox="1"/>
          <p:nvPr>
            <p:ph idx="12" type="sldNum"/>
          </p:nvPr>
        </p:nvSpPr>
        <p:spPr>
          <a:xfrm>
            <a:off x="8415360" y="4806360"/>
            <a:ext cx="548280" cy="300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2025" lIns="122025" spcFirstLastPara="1" rIns="122025" wrap="square" tIns="1220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fld id="{00000000-1234-1234-1234-123412341234}" type="slidenum">
              <a:rPr b="0" lang="en" sz="9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900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8" name="Google Shape;158;p7"/>
          <p:cNvSpPr/>
          <p:nvPr/>
        </p:nvSpPr>
        <p:spPr>
          <a:xfrm>
            <a:off x="872640" y="839520"/>
            <a:ext cx="2736000" cy="174816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sng" cap="none" strike="noStrike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Theory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23800" lvl="0" marL="57168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80"/>
              </a:buClr>
              <a:buSzPts val="1300"/>
              <a:buFont typeface="Roboto"/>
              <a:buChar char="❖"/>
            </a:pPr>
            <a:r>
              <a:rPr b="0" i="0" lang="en" sz="1300" u="none" cap="none" strike="noStrike">
                <a:solidFill>
                  <a:srgbClr val="000080"/>
                </a:solidFill>
                <a:latin typeface="Roboto"/>
                <a:ea typeface="Roboto"/>
                <a:cs typeface="Roboto"/>
                <a:sym typeface="Roboto"/>
              </a:rPr>
              <a:t>Dr. Mithun Thudiyangal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23800" lvl="0" marL="57168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80"/>
              </a:buClr>
              <a:buSzPts val="1300"/>
              <a:buFont typeface="Roboto"/>
              <a:buChar char="❖"/>
            </a:pPr>
            <a:r>
              <a:rPr b="0" i="0" lang="en" sz="1300" u="none" cap="none" strike="noStrike">
                <a:solidFill>
                  <a:srgbClr val="000080"/>
                </a:solidFill>
                <a:latin typeface="Roboto"/>
                <a:ea typeface="Roboto"/>
                <a:cs typeface="Roboto"/>
                <a:sym typeface="Roboto"/>
              </a:rPr>
              <a:t>Dr. Sreeja CS   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23800" lvl="0" marL="57168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80"/>
              </a:buClr>
              <a:buSzPts val="1300"/>
              <a:buFont typeface="Roboto"/>
              <a:buChar char="❖"/>
            </a:pPr>
            <a:r>
              <a:rPr b="0" i="0" lang="en" sz="1300" u="none" cap="none" strike="noStrike">
                <a:solidFill>
                  <a:srgbClr val="000080"/>
                </a:solidFill>
                <a:latin typeface="Roboto"/>
                <a:ea typeface="Roboto"/>
                <a:cs typeface="Roboto"/>
                <a:sym typeface="Roboto"/>
              </a:rPr>
              <a:t>Dr. Arindam Mallick 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7"/>
          <p:cNvSpPr/>
          <p:nvPr/>
        </p:nvSpPr>
        <p:spPr>
          <a:xfrm>
            <a:off x="5308560" y="803520"/>
            <a:ext cx="2736000" cy="174816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sng" cap="none" strike="noStrike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Experiment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23800" lvl="0" marL="57168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80"/>
              </a:buClr>
              <a:buSzPts val="1300"/>
              <a:buFont typeface="Roboto"/>
              <a:buChar char="❖"/>
            </a:pPr>
            <a:r>
              <a:rPr b="0" i="0" lang="en" sz="1300" u="none" cap="none" strike="noStrike">
                <a:solidFill>
                  <a:srgbClr val="000080"/>
                </a:solidFill>
                <a:latin typeface="Roboto"/>
                <a:ea typeface="Roboto"/>
                <a:cs typeface="Roboto"/>
                <a:sym typeface="Roboto"/>
              </a:rPr>
              <a:t>Dr. Basudeb Sain   </a:t>
            </a:r>
            <a:endParaRPr b="0" i="0" sz="1300" u="none" cap="none" strike="noStrike">
              <a:solidFill>
                <a:srgbClr val="00008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523800" lvl="0" marL="57168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80"/>
              </a:buClr>
              <a:buSzPts val="1300"/>
              <a:buFont typeface="Roboto"/>
              <a:buChar char="❖"/>
            </a:pPr>
            <a:r>
              <a:rPr b="0" i="0" lang="en" sz="1300" u="none" cap="none" strike="noStrike">
                <a:solidFill>
                  <a:srgbClr val="000080"/>
                </a:solidFill>
                <a:latin typeface="Roboto"/>
                <a:ea typeface="Roboto"/>
                <a:cs typeface="Roboto"/>
                <a:sym typeface="Roboto"/>
              </a:rPr>
              <a:t>Dr. Ranjith Kumar K M</a:t>
            </a:r>
            <a:endParaRPr b="0" i="0" sz="1300" u="none" cap="none" strike="noStrike">
              <a:solidFill>
                <a:srgbClr val="00008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7"/>
          <p:cNvSpPr/>
          <p:nvPr/>
        </p:nvSpPr>
        <p:spPr>
          <a:xfrm>
            <a:off x="5030640" y="2846160"/>
            <a:ext cx="3933000" cy="174816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0000" spcFirstLastPara="1" rIns="90000" wrap="square" tIns="91425">
            <a:noAutofit/>
          </a:bodyPr>
          <a:lstStyle/>
          <a:p>
            <a:pPr indent="-326880" lvl="0" marL="34308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80"/>
              </a:buClr>
              <a:buSzPts val="1300"/>
              <a:buFont typeface="Archivo Narrow"/>
              <a:buChar char="✔"/>
            </a:pPr>
            <a:r>
              <a:rPr b="0" i="0" lang="en" sz="1300" u="none" cap="none" strike="noStrike">
                <a:solidFill>
                  <a:srgbClr val="000080"/>
                </a:solidFill>
                <a:latin typeface="Roboto"/>
                <a:ea typeface="Roboto"/>
                <a:cs typeface="Roboto"/>
                <a:sym typeface="Roboto"/>
              </a:rPr>
              <a:t>Photonics quantum systems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6880" lvl="0" marL="34308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80"/>
              </a:buClr>
              <a:buSzPts val="1300"/>
              <a:buFont typeface="Archivo Narrow"/>
              <a:buChar char="✔"/>
            </a:pPr>
            <a:r>
              <a:rPr b="0" i="0" lang="en" sz="1300" u="none" cap="none" strike="noStrike">
                <a:solidFill>
                  <a:srgbClr val="000080"/>
                </a:solidFill>
                <a:latin typeface="Roboto"/>
                <a:ea typeface="Roboto"/>
                <a:cs typeface="Roboto"/>
                <a:sym typeface="Roboto"/>
              </a:rPr>
              <a:t>Low Temperature Physics</a:t>
            </a:r>
            <a:endParaRPr b="0" i="0" sz="1300" u="none" cap="none" strike="noStrike">
              <a:solidFill>
                <a:srgbClr val="00008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26880" lvl="0" marL="34308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80"/>
              </a:buClr>
              <a:buSzPts val="1300"/>
              <a:buFont typeface="Roboto"/>
              <a:buChar char="✔"/>
            </a:pPr>
            <a:r>
              <a:rPr b="0" i="0" lang="en" sz="1300" u="none" cap="none" strike="noStrike">
                <a:solidFill>
                  <a:srgbClr val="000080"/>
                </a:solidFill>
                <a:latin typeface="Roboto"/>
                <a:ea typeface="Roboto"/>
                <a:cs typeface="Roboto"/>
                <a:sym typeface="Roboto"/>
              </a:rPr>
              <a:t>Quantum Magnetism &amp; Materials</a:t>
            </a:r>
            <a:endParaRPr b="0" i="0" sz="1300" u="none" cap="none" strike="noStrike">
              <a:solidFill>
                <a:srgbClr val="00008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7"/>
          <p:cNvSpPr/>
          <p:nvPr/>
        </p:nvSpPr>
        <p:spPr>
          <a:xfrm>
            <a:off x="638640" y="2846160"/>
            <a:ext cx="3933000" cy="174816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0000" spcFirstLastPara="1" rIns="90000" wrap="square" tIns="91425">
            <a:noAutofit/>
          </a:bodyPr>
          <a:lstStyle/>
          <a:p>
            <a:pPr indent="-326880" lvl="0" marL="34308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80"/>
              </a:buClr>
              <a:buSzPts val="1300"/>
              <a:buFont typeface="Archivo Narrow"/>
              <a:buChar char="✔"/>
            </a:pPr>
            <a:r>
              <a:rPr b="0" i="0" lang="en" sz="1300" u="none" cap="none" strike="noStrike">
                <a:solidFill>
                  <a:srgbClr val="000080"/>
                </a:solidFill>
                <a:latin typeface="Roboto"/>
                <a:ea typeface="Roboto"/>
                <a:cs typeface="Roboto"/>
                <a:sym typeface="Roboto"/>
              </a:rPr>
              <a:t>Quantum algorithms and Simulations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6880" lvl="0" marL="34308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80"/>
              </a:buClr>
              <a:buSzPts val="1300"/>
              <a:buFont typeface="Archivo Narrow"/>
              <a:buChar char="✔"/>
            </a:pPr>
            <a:r>
              <a:rPr b="0" i="0" lang="en" sz="1300" u="none" cap="none" strike="noStrike">
                <a:solidFill>
                  <a:srgbClr val="000080"/>
                </a:solidFill>
                <a:latin typeface="Roboto"/>
                <a:ea typeface="Roboto"/>
                <a:cs typeface="Roboto"/>
                <a:sym typeface="Roboto"/>
              </a:rPr>
              <a:t>Quantum computing and Quantum communications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6880" lvl="0" marL="34308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80"/>
              </a:buClr>
              <a:buSzPts val="1300"/>
              <a:buFont typeface="Archivo Narrow"/>
              <a:buChar char="✔"/>
            </a:pPr>
            <a:r>
              <a:rPr b="0" i="0" lang="en" sz="1300" u="none" cap="none" strike="noStrike">
                <a:solidFill>
                  <a:srgbClr val="000080"/>
                </a:solidFill>
                <a:latin typeface="Roboto"/>
                <a:ea typeface="Roboto"/>
                <a:cs typeface="Roboto"/>
                <a:sym typeface="Roboto"/>
              </a:rPr>
              <a:t>Complex Systems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7"/>
          <p:cNvSpPr/>
          <p:nvPr/>
        </p:nvSpPr>
        <p:spPr>
          <a:xfrm>
            <a:off x="1793880" y="2619360"/>
            <a:ext cx="262800" cy="37872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CC0000"/>
          </a:solidFill>
          <a:ln cap="flat" cmpd="sng" w="9525">
            <a:solidFill>
              <a:srgbClr val="99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7"/>
          <p:cNvSpPr/>
          <p:nvPr/>
        </p:nvSpPr>
        <p:spPr>
          <a:xfrm>
            <a:off x="6326640" y="2583360"/>
            <a:ext cx="262800" cy="37872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CC0000"/>
          </a:solidFill>
          <a:ln cap="flat" cmpd="sng" w="9525">
            <a:solidFill>
              <a:srgbClr val="99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6"/>
          <p:cNvSpPr txBox="1"/>
          <p:nvPr>
            <p:ph type="title"/>
          </p:nvPr>
        </p:nvSpPr>
        <p:spPr>
          <a:xfrm>
            <a:off x="311760" y="297000"/>
            <a:ext cx="852012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211E"/>
              </a:buClr>
              <a:buSzPts val="2000"/>
              <a:buFont typeface="Roboto"/>
              <a:buNone/>
            </a:pPr>
            <a:r>
              <a:rPr b="1" lang="en" sz="2000" strike="noStrike">
                <a:solidFill>
                  <a:srgbClr val="C9211E"/>
                </a:solidFill>
                <a:latin typeface="Roboto"/>
                <a:ea typeface="Roboto"/>
                <a:cs typeface="Roboto"/>
                <a:sym typeface="Roboto"/>
              </a:rPr>
              <a:t>Features of Group Leaders </a:t>
            </a:r>
            <a:endParaRPr b="1" sz="2000" strike="noStrike">
              <a:solidFill>
                <a:srgbClr val="C9211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9" name="Google Shape;169;p6"/>
          <p:cNvSpPr txBox="1"/>
          <p:nvPr>
            <p:ph idx="12" type="sldNum"/>
          </p:nvPr>
        </p:nvSpPr>
        <p:spPr>
          <a:xfrm>
            <a:off x="8415360" y="4806360"/>
            <a:ext cx="548280" cy="300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2025" lIns="122025" spcFirstLastPara="1" rIns="122025" wrap="square" tIns="1220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fld id="{00000000-1234-1234-1234-123412341234}" type="slidenum">
              <a:rPr b="0" lang="en" sz="9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900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0" name="Google Shape;170;p6"/>
          <p:cNvSpPr/>
          <p:nvPr/>
        </p:nvSpPr>
        <p:spPr>
          <a:xfrm>
            <a:off x="638640" y="1118160"/>
            <a:ext cx="3933000" cy="174816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0000" spcFirstLastPara="1" rIns="90000" wrap="square" tIns="91425">
            <a:noAutofit/>
          </a:bodyPr>
          <a:lstStyle/>
          <a:p>
            <a:pPr indent="-326880" lvl="0" marL="3430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80"/>
              </a:buClr>
              <a:buSzPts val="1300"/>
              <a:buFont typeface="Archivo Narrow"/>
              <a:buChar char="✔"/>
            </a:pPr>
            <a:r>
              <a:rPr b="0" i="0" lang="en" sz="1300" u="none" cap="none" strike="noStrike">
                <a:solidFill>
                  <a:srgbClr val="000080"/>
                </a:solidFill>
                <a:latin typeface="Roboto"/>
                <a:ea typeface="Roboto"/>
                <a:cs typeface="Roboto"/>
                <a:sym typeface="Roboto"/>
              </a:rPr>
              <a:t>4 - Physical Review Letters - American Physical Society (APS)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6880" lvl="0" marL="3430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80"/>
              </a:buClr>
              <a:buSzPts val="1300"/>
              <a:buFont typeface="Archivo Narrow"/>
              <a:buChar char="✔"/>
            </a:pPr>
            <a:r>
              <a:rPr b="0" i="0" lang="en" sz="1300" u="none" cap="none" strike="noStrike">
                <a:solidFill>
                  <a:srgbClr val="000080"/>
                </a:solidFill>
                <a:latin typeface="Roboto"/>
                <a:ea typeface="Roboto"/>
                <a:cs typeface="Roboto"/>
                <a:sym typeface="Roboto"/>
              </a:rPr>
              <a:t>4 - Light: Science &amp; Applications - Nature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6880" lvl="0" marL="3430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80"/>
              </a:buClr>
              <a:buSzPts val="1300"/>
              <a:buFont typeface="Archivo Narrow"/>
              <a:buChar char="✔"/>
            </a:pPr>
            <a:r>
              <a:rPr b="0" i="0" lang="en" sz="1300" u="none" cap="none" strike="noStrike">
                <a:solidFill>
                  <a:srgbClr val="000080"/>
                </a:solidFill>
                <a:latin typeface="Roboto"/>
                <a:ea typeface="Roboto"/>
                <a:cs typeface="Roboto"/>
                <a:sym typeface="Roboto"/>
              </a:rPr>
              <a:t>3 - Science advances - Science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6"/>
          <p:cNvSpPr txBox="1"/>
          <p:nvPr/>
        </p:nvSpPr>
        <p:spPr>
          <a:xfrm>
            <a:off x="1080000" y="828360"/>
            <a:ext cx="3240000" cy="503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0080"/>
                </a:solidFill>
                <a:latin typeface="Roboto"/>
                <a:ea typeface="Roboto"/>
                <a:cs typeface="Roboto"/>
                <a:sym typeface="Roboto"/>
              </a:rPr>
              <a:t>In interdisciplinary Journals</a:t>
            </a:r>
            <a:endParaRPr b="1" i="0" sz="1400" u="none" cap="none" strike="noStrike">
              <a:solidFill>
                <a:srgbClr val="00008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2" name="Google Shape;172;p6"/>
          <p:cNvSpPr txBox="1"/>
          <p:nvPr/>
        </p:nvSpPr>
        <p:spPr>
          <a:xfrm>
            <a:off x="5219640" y="792360"/>
            <a:ext cx="3240000" cy="503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0080"/>
                </a:solidFill>
                <a:latin typeface="Roboto"/>
                <a:ea typeface="Roboto"/>
                <a:cs typeface="Roboto"/>
                <a:sym typeface="Roboto"/>
              </a:rPr>
              <a:t>In subject Journals</a:t>
            </a:r>
            <a:endParaRPr b="1" i="0" sz="1400" u="none" cap="none" strike="noStrike">
              <a:solidFill>
                <a:srgbClr val="00008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3" name="Google Shape;173;p6"/>
          <p:cNvSpPr/>
          <p:nvPr/>
        </p:nvSpPr>
        <p:spPr>
          <a:xfrm>
            <a:off x="4866840" y="1118160"/>
            <a:ext cx="2892240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26880" lvl="0" marL="3430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80"/>
              </a:buClr>
              <a:buSzPts val="1300"/>
              <a:buFont typeface="Archivo Narrow"/>
              <a:buChar char="✔"/>
            </a:pPr>
            <a:r>
              <a:rPr b="0" i="0" lang="en" sz="1300" u="none" cap="none" strike="noStrike">
                <a:solidFill>
                  <a:srgbClr val="000080"/>
                </a:solidFill>
                <a:latin typeface="Roboto"/>
                <a:ea typeface="Roboto"/>
                <a:cs typeface="Roboto"/>
                <a:sym typeface="Roboto"/>
              </a:rPr>
              <a:t>&gt; 50 APS papers</a:t>
            </a:r>
            <a:endParaRPr b="0" i="0" sz="1300" u="none" cap="none" strike="noStrike">
              <a:solidFill>
                <a:srgbClr val="00008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26880" lvl="0" marL="3430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80"/>
              </a:buClr>
              <a:buSzPts val="1300"/>
              <a:buFont typeface="Archivo Narrow"/>
              <a:buChar char="✔"/>
            </a:pPr>
            <a:r>
              <a:rPr b="0" i="0" lang="en" sz="1300" u="none" cap="none" strike="noStrike">
                <a:solidFill>
                  <a:srgbClr val="000080"/>
                </a:solidFill>
                <a:latin typeface="Roboto"/>
                <a:ea typeface="Roboto"/>
                <a:cs typeface="Roboto"/>
                <a:sym typeface="Roboto"/>
              </a:rPr>
              <a:t>Publications in ACS journals,</a:t>
            </a:r>
            <a:endParaRPr b="0" i="0" sz="1300" u="none" cap="none" strike="noStrike">
              <a:solidFill>
                <a:srgbClr val="00008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26880" lvl="0" marL="3430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80"/>
              </a:buClr>
              <a:buSzPts val="1300"/>
              <a:buFont typeface="Archivo Narrow"/>
              <a:buChar char="✔"/>
            </a:pPr>
            <a:r>
              <a:rPr b="0" i="0" lang="en" sz="1300" u="none" cap="none" strike="noStrike">
                <a:solidFill>
                  <a:srgbClr val="000080"/>
                </a:solidFill>
                <a:latin typeface="Roboto"/>
                <a:ea typeface="Roboto"/>
                <a:cs typeface="Roboto"/>
                <a:sym typeface="Roboto"/>
              </a:rPr>
              <a:t>Nano Letters, RSC Advances,</a:t>
            </a:r>
            <a:endParaRPr b="0" i="0" sz="1300" u="none" cap="none" strike="noStrike">
              <a:solidFill>
                <a:srgbClr val="00008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26880" lvl="0" marL="3430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80"/>
              </a:buClr>
              <a:buSzPts val="1300"/>
              <a:buFont typeface="Archivo Narrow"/>
              <a:buChar char="✔"/>
            </a:pPr>
            <a:r>
              <a:rPr b="0" i="0" lang="en" sz="1300" u="none" cap="none" strike="noStrike">
                <a:solidFill>
                  <a:srgbClr val="000080"/>
                </a:solidFill>
                <a:latin typeface="Roboto"/>
                <a:ea typeface="Roboto"/>
                <a:cs typeface="Roboto"/>
                <a:sym typeface="Roboto"/>
              </a:rPr>
              <a:t>Nanoscale, Nature Photonics, Nanophotonics etc.</a:t>
            </a:r>
            <a:endParaRPr b="0" i="0" sz="1300" u="none" cap="none" strike="noStrike">
              <a:solidFill>
                <a:srgbClr val="00008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00008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74" name="Google Shape;174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6000" y="1980000"/>
            <a:ext cx="4176000" cy="27759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79652" y="2412000"/>
            <a:ext cx="3933000" cy="18885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9"/>
          <p:cNvSpPr txBox="1"/>
          <p:nvPr>
            <p:ph type="title"/>
          </p:nvPr>
        </p:nvSpPr>
        <p:spPr>
          <a:xfrm>
            <a:off x="311760" y="297000"/>
            <a:ext cx="852012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211E"/>
              </a:buClr>
              <a:buSzPts val="2000"/>
              <a:buFont typeface="Roboto"/>
              <a:buNone/>
            </a:pPr>
            <a:r>
              <a:rPr b="1" lang="en" sz="2000" strike="noStrike">
                <a:solidFill>
                  <a:srgbClr val="C9211E"/>
                </a:solidFill>
                <a:latin typeface="Roboto"/>
                <a:ea typeface="Roboto"/>
                <a:cs typeface="Roboto"/>
                <a:sym typeface="Roboto"/>
              </a:rPr>
              <a:t>Collaborations</a:t>
            </a:r>
            <a:endParaRPr b="1" sz="2000" strike="noStrike">
              <a:solidFill>
                <a:srgbClr val="C9211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1" name="Google Shape;181;p9"/>
          <p:cNvSpPr txBox="1"/>
          <p:nvPr>
            <p:ph idx="12" type="sldNum"/>
          </p:nvPr>
        </p:nvSpPr>
        <p:spPr>
          <a:xfrm>
            <a:off x="8415360" y="4806360"/>
            <a:ext cx="548280" cy="300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2025" lIns="122025" spcFirstLastPara="1" rIns="122025" wrap="square" tIns="1220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fld id="{00000000-1234-1234-1234-123412341234}" type="slidenum">
              <a:rPr b="0" lang="en" sz="9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900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2" name="Google Shape;182;p9"/>
          <p:cNvSpPr txBox="1"/>
          <p:nvPr/>
        </p:nvSpPr>
        <p:spPr>
          <a:xfrm>
            <a:off x="1008000" y="828720"/>
            <a:ext cx="3240000" cy="503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0080"/>
                </a:solidFill>
                <a:latin typeface="Roboto"/>
                <a:ea typeface="Roboto"/>
                <a:cs typeface="Roboto"/>
                <a:sym typeface="Roboto"/>
              </a:rPr>
              <a:t>Academic</a:t>
            </a:r>
            <a:endParaRPr b="1" i="0" sz="1400" u="none" cap="none" strike="noStrike">
              <a:solidFill>
                <a:srgbClr val="00008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3" name="Google Shape;183;p9"/>
          <p:cNvSpPr txBox="1"/>
          <p:nvPr/>
        </p:nvSpPr>
        <p:spPr>
          <a:xfrm>
            <a:off x="6480000" y="828360"/>
            <a:ext cx="3240000" cy="503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0080"/>
                </a:solidFill>
                <a:latin typeface="Roboto"/>
                <a:ea typeface="Roboto"/>
                <a:cs typeface="Roboto"/>
                <a:sym typeface="Roboto"/>
              </a:rPr>
              <a:t>Industry</a:t>
            </a:r>
            <a:endParaRPr b="1" i="0" sz="1400" u="none" cap="none" strike="noStrike">
              <a:solidFill>
                <a:srgbClr val="00008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4" name="Google Shape;184;p9"/>
          <p:cNvSpPr/>
          <p:nvPr/>
        </p:nvSpPr>
        <p:spPr>
          <a:xfrm>
            <a:off x="567000" y="987840"/>
            <a:ext cx="5373000" cy="174816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0000" spcFirstLastPara="1" rIns="90000" wrap="square" tIns="91425">
            <a:noAutofit/>
          </a:bodyPr>
          <a:lstStyle/>
          <a:p>
            <a:pPr indent="-326880" lvl="0" marL="34308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80"/>
              </a:buClr>
              <a:buSzPts val="1400"/>
              <a:buFont typeface="Archivo Narrow"/>
              <a:buChar char="✔"/>
            </a:pPr>
            <a:r>
              <a:rPr b="0" i="0" lang="en" sz="1400" u="none" cap="none" strike="noStrike">
                <a:solidFill>
                  <a:srgbClr val="000080"/>
                </a:solidFill>
                <a:latin typeface="Roboto"/>
                <a:ea typeface="Roboto"/>
                <a:cs typeface="Roboto"/>
                <a:sym typeface="Roboto"/>
              </a:rPr>
              <a:t>University of Maryland, USA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6880" lvl="0" marL="34308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80"/>
              </a:buClr>
              <a:buSzPts val="1400"/>
              <a:buFont typeface="Archivo Narrow"/>
              <a:buChar char="✔"/>
            </a:pPr>
            <a:r>
              <a:rPr b="0" i="0" lang="en" sz="1400" u="none" cap="none" strike="noStrike">
                <a:solidFill>
                  <a:srgbClr val="000080"/>
                </a:solidFill>
                <a:latin typeface="Roboto"/>
                <a:ea typeface="Roboto"/>
                <a:cs typeface="Roboto"/>
                <a:sym typeface="Roboto"/>
              </a:rPr>
              <a:t>University of Luxembourg, Luxembourg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6880" lvl="0" marL="34308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80"/>
              </a:buClr>
              <a:buSzPts val="1400"/>
              <a:buFont typeface="Archivo Narrow"/>
              <a:buChar char="✔"/>
            </a:pPr>
            <a:r>
              <a:rPr b="0" i="0" lang="en" sz="1400" u="sng" cap="none" strike="noStrike">
                <a:solidFill>
                  <a:srgbClr val="000080"/>
                </a:solidFill>
                <a:latin typeface="Roboto"/>
                <a:ea typeface="Roboto"/>
                <a:cs typeface="Roboto"/>
                <a:sym typeface="Roboto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National Institute of Standards and Technology (NIST)</a:t>
            </a:r>
            <a:r>
              <a:rPr b="0" i="0" lang="en" sz="1400" u="none" cap="none" strike="noStrike">
                <a:solidFill>
                  <a:srgbClr val="000080"/>
                </a:solidFill>
                <a:latin typeface="Roboto"/>
                <a:ea typeface="Roboto"/>
                <a:cs typeface="Roboto"/>
                <a:sym typeface="Roboto"/>
              </a:rPr>
              <a:t>,  USA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6880" lvl="0" marL="34308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80"/>
              </a:buClr>
              <a:buSzPts val="1400"/>
              <a:buFont typeface="Archivo Narrow"/>
              <a:buChar char="✔"/>
            </a:pPr>
            <a:r>
              <a:rPr b="0" i="0" lang="en" sz="1400" u="none" cap="none" strike="noStrike">
                <a:solidFill>
                  <a:srgbClr val="000080"/>
                </a:solidFill>
                <a:latin typeface="Roboto"/>
                <a:ea typeface="Roboto"/>
                <a:cs typeface="Roboto"/>
                <a:sym typeface="Roboto"/>
              </a:rPr>
              <a:t>Los Alamos National Laboratory, USA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6880" lvl="0" marL="34308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80"/>
              </a:buClr>
              <a:buSzPts val="1400"/>
              <a:buFont typeface="Archivo Narrow"/>
              <a:buChar char="✔"/>
            </a:pPr>
            <a:r>
              <a:rPr b="0" i="0" lang="en" sz="1400" u="none" cap="none" strike="noStrike">
                <a:solidFill>
                  <a:srgbClr val="000080"/>
                </a:solidFill>
                <a:latin typeface="Roboto"/>
                <a:ea typeface="Roboto"/>
                <a:cs typeface="Roboto"/>
                <a:sym typeface="Roboto"/>
              </a:rPr>
              <a:t>Institute for Basic Science, South Korea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6880" lvl="0" marL="34308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80"/>
              </a:buClr>
              <a:buSzPts val="1400"/>
              <a:buFont typeface="Archivo Narrow"/>
              <a:buChar char="✔"/>
            </a:pPr>
            <a:r>
              <a:rPr b="0" i="0" lang="en" sz="1400" u="none" cap="none" strike="noStrike">
                <a:solidFill>
                  <a:srgbClr val="000080"/>
                </a:solidFill>
                <a:latin typeface="Roboto"/>
                <a:ea typeface="Roboto"/>
                <a:cs typeface="Roboto"/>
                <a:sym typeface="Roboto"/>
              </a:rPr>
              <a:t>Kindai University, Japan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6880" lvl="0" marL="34308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80"/>
              </a:buClr>
              <a:buSzPts val="1400"/>
              <a:buFont typeface="Archivo Narrow"/>
              <a:buChar char="✔"/>
            </a:pPr>
            <a:r>
              <a:rPr b="0" i="0" lang="en" sz="1400" u="none" cap="none" strike="noStrike">
                <a:solidFill>
                  <a:srgbClr val="000080"/>
                </a:solidFill>
                <a:latin typeface="Roboto"/>
                <a:ea typeface="Roboto"/>
                <a:cs typeface="Roboto"/>
                <a:sym typeface="Roboto"/>
              </a:rPr>
              <a:t>University of Massachusetts, Amherst, USA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6880" lvl="0" marL="34308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80"/>
              </a:buClr>
              <a:buSzPts val="1400"/>
              <a:buFont typeface="Archivo Narrow"/>
              <a:buChar char="✔"/>
            </a:pPr>
            <a:r>
              <a:rPr b="0" i="0" lang="en" sz="1400" u="none" cap="none" strike="noStrike">
                <a:solidFill>
                  <a:srgbClr val="000080"/>
                </a:solidFill>
                <a:latin typeface="Roboto"/>
                <a:ea typeface="Roboto"/>
                <a:cs typeface="Roboto"/>
                <a:sym typeface="Roboto"/>
              </a:rPr>
              <a:t>Lancaster University, England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6880" lvl="0" marL="34308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80"/>
              </a:buClr>
              <a:buSzPts val="1400"/>
              <a:buFont typeface="Archivo Narrow"/>
              <a:buChar char="✔"/>
            </a:pPr>
            <a:r>
              <a:rPr b="0" i="0" lang="en" sz="1400" u="none" cap="none" strike="noStrike">
                <a:solidFill>
                  <a:srgbClr val="000080"/>
                </a:solidFill>
                <a:latin typeface="Roboto"/>
                <a:ea typeface="Roboto"/>
                <a:cs typeface="Roboto"/>
                <a:sym typeface="Roboto"/>
              </a:rPr>
              <a:t>IIT Delhi, IIT Kharagpur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9"/>
          <p:cNvSpPr/>
          <p:nvPr/>
        </p:nvSpPr>
        <p:spPr>
          <a:xfrm>
            <a:off x="6003000" y="988560"/>
            <a:ext cx="2637000" cy="174816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0000" spcFirstLastPara="1" rIns="90000" wrap="square" tIns="91425">
            <a:noAutofit/>
          </a:bodyPr>
          <a:lstStyle/>
          <a:p>
            <a:pPr indent="-326880" lvl="0" marL="34308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80"/>
              </a:buClr>
              <a:buSzPts val="1400"/>
              <a:buFont typeface="Archivo Narrow"/>
              <a:buChar char="✔"/>
            </a:pPr>
            <a:r>
              <a:rPr b="0" i="0" lang="en" sz="1400" u="none" cap="none" strike="noStrike">
                <a:solidFill>
                  <a:srgbClr val="000080"/>
                </a:solidFill>
                <a:latin typeface="Roboto"/>
                <a:ea typeface="Roboto"/>
                <a:cs typeface="Roboto"/>
                <a:sym typeface="Roboto"/>
              </a:rPr>
              <a:t>Qutools, Germany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6880" lvl="0" marL="34308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80"/>
              </a:buClr>
              <a:buSzPts val="1400"/>
              <a:buFont typeface="Archivo Narrow"/>
              <a:buChar char="✔"/>
            </a:pPr>
            <a:r>
              <a:rPr b="0" i="0" lang="en" sz="1400" u="none" cap="none" strike="noStrike">
                <a:solidFill>
                  <a:srgbClr val="000080"/>
                </a:solidFill>
                <a:latin typeface="Roboto"/>
                <a:ea typeface="Roboto"/>
                <a:cs typeface="Roboto"/>
                <a:sym typeface="Roboto"/>
              </a:rPr>
              <a:t>Kipu Quantum, Germany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6880" lvl="0" marL="34308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80"/>
              </a:buClr>
              <a:buSzPts val="1400"/>
              <a:buFont typeface="Archivo Narrow"/>
              <a:buChar char="✔"/>
            </a:pPr>
            <a:r>
              <a:rPr b="0" i="0" lang="en" sz="1400" u="none" cap="none" strike="noStrike">
                <a:solidFill>
                  <a:srgbClr val="000080"/>
                </a:solidFill>
                <a:latin typeface="Roboto"/>
                <a:ea typeface="Roboto"/>
                <a:cs typeface="Roboto"/>
                <a:sym typeface="Roboto"/>
              </a:rPr>
              <a:t>Ansys, India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6880" lvl="0" marL="34308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80"/>
              </a:buClr>
              <a:buSzPts val="1400"/>
              <a:buFont typeface="Archivo Narrow"/>
              <a:buChar char="✔"/>
            </a:pPr>
            <a:r>
              <a:rPr b="0" i="0" lang="en" sz="1400" u="none" cap="none" strike="noStrike">
                <a:solidFill>
                  <a:srgbClr val="000080"/>
                </a:solidFill>
                <a:latin typeface="Roboto"/>
                <a:ea typeface="Roboto"/>
                <a:cs typeface="Roboto"/>
                <a:sym typeface="Roboto"/>
              </a:rPr>
              <a:t>Pernishq Delhi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9"/>
          <p:cNvSpPr txBox="1"/>
          <p:nvPr/>
        </p:nvSpPr>
        <p:spPr>
          <a:xfrm>
            <a:off x="6480000" y="2880000"/>
            <a:ext cx="3240000" cy="503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0080"/>
                </a:solidFill>
                <a:latin typeface="Roboto"/>
                <a:ea typeface="Roboto"/>
                <a:cs typeface="Roboto"/>
                <a:sym typeface="Roboto"/>
              </a:rPr>
              <a:t>MoU</a:t>
            </a:r>
            <a:endParaRPr b="1" i="0" sz="1400" u="none" cap="none" strike="noStrike">
              <a:solidFill>
                <a:srgbClr val="00008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7" name="Google Shape;187;p9"/>
          <p:cNvSpPr/>
          <p:nvPr/>
        </p:nvSpPr>
        <p:spPr>
          <a:xfrm>
            <a:off x="6003000" y="3004560"/>
            <a:ext cx="2637000" cy="174816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0000" spcFirstLastPara="1" rIns="90000" wrap="square" tIns="91425">
            <a:noAutofit/>
          </a:bodyPr>
          <a:lstStyle/>
          <a:p>
            <a:pPr indent="-326880" lvl="0" marL="34308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80"/>
              </a:buClr>
              <a:buSzPts val="1400"/>
              <a:buFont typeface="Archivo Narrow"/>
              <a:buChar char="✔"/>
            </a:pPr>
            <a:r>
              <a:rPr b="0" i="0" lang="en" sz="1400" u="none" cap="none" strike="noStrike">
                <a:solidFill>
                  <a:srgbClr val="000080"/>
                </a:solidFill>
                <a:latin typeface="Roboto"/>
                <a:ea typeface="Roboto"/>
                <a:cs typeface="Roboto"/>
                <a:sym typeface="Roboto"/>
              </a:rPr>
              <a:t>Qutools, Germany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6880" lvl="0" marL="34308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80"/>
              </a:buClr>
              <a:buSzPts val="1400"/>
              <a:buFont typeface="Archivo Narrow"/>
              <a:buChar char="✔"/>
            </a:pPr>
            <a:r>
              <a:rPr b="0" i="0" lang="en" sz="1400" u="none" cap="none" strike="noStrike">
                <a:solidFill>
                  <a:srgbClr val="000080"/>
                </a:solidFill>
                <a:latin typeface="Roboto"/>
                <a:ea typeface="Roboto"/>
                <a:cs typeface="Roboto"/>
                <a:sym typeface="Roboto"/>
              </a:rPr>
              <a:t>Ansys, India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ec44fa8374_0_0"/>
          <p:cNvSpPr txBox="1"/>
          <p:nvPr>
            <p:ph type="title"/>
          </p:nvPr>
        </p:nvSpPr>
        <p:spPr>
          <a:xfrm>
            <a:off x="457200" y="205200"/>
            <a:ext cx="8229300" cy="858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C9211E"/>
              </a:buClr>
              <a:buSzPts val="2000"/>
              <a:buFont typeface="Roboto"/>
              <a:buNone/>
            </a:pPr>
            <a:r>
              <a:rPr b="1" lang="en" sz="2000">
                <a:solidFill>
                  <a:srgbClr val="C9211E"/>
                </a:solidFill>
                <a:latin typeface="Roboto"/>
                <a:ea typeface="Roboto"/>
                <a:cs typeface="Roboto"/>
                <a:sym typeface="Roboto"/>
              </a:rPr>
              <a:t>Lab Facilities</a:t>
            </a:r>
            <a:endParaRPr b="1" sz="2000">
              <a:solidFill>
                <a:srgbClr val="C9211E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g3ec44fa8374_0_0"/>
          <p:cNvSpPr txBox="1"/>
          <p:nvPr>
            <p:ph idx="1" type="body"/>
          </p:nvPr>
        </p:nvSpPr>
        <p:spPr>
          <a:xfrm>
            <a:off x="457200" y="1203480"/>
            <a:ext cx="8229300" cy="298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8" name="Google Shape;198;p12"/>
          <p:cNvGrpSpPr/>
          <p:nvPr/>
        </p:nvGrpSpPr>
        <p:grpSpPr>
          <a:xfrm>
            <a:off x="6937200" y="-8280"/>
            <a:ext cx="2225160" cy="479160"/>
            <a:chOff x="6937200" y="-8280"/>
            <a:chExt cx="2225160" cy="479160"/>
          </a:xfrm>
        </p:grpSpPr>
        <p:sp>
          <p:nvSpPr>
            <p:cNvPr id="199" name="Google Shape;199;p12"/>
            <p:cNvSpPr/>
            <p:nvPr/>
          </p:nvSpPr>
          <p:spPr>
            <a:xfrm rot="10800000">
              <a:off x="6946920" y="0"/>
              <a:ext cx="2206080" cy="460080"/>
            </a:xfrm>
            <a:custGeom>
              <a:rect b="b" l="l" r="r" t="t"/>
              <a:pathLst>
                <a:path extrusionOk="0" h="1229614" w="5885688">
                  <a:moveTo>
                    <a:pt x="158750" y="0"/>
                  </a:moveTo>
                  <a:lnTo>
                    <a:pt x="5726938" y="0"/>
                  </a:lnTo>
                  <a:cubicBezTo>
                    <a:pt x="5814568" y="0"/>
                    <a:pt x="5885688" y="68834"/>
                    <a:pt x="5885688" y="153797"/>
                  </a:cubicBezTo>
                  <a:lnTo>
                    <a:pt x="5885688" y="1229614"/>
                  </a:lnTo>
                  <a:lnTo>
                    <a:pt x="0" y="1229614"/>
                  </a:lnTo>
                  <a:lnTo>
                    <a:pt x="0" y="153797"/>
                  </a:lnTo>
                  <a:cubicBezTo>
                    <a:pt x="0" y="68834"/>
                    <a:pt x="71120" y="0"/>
                    <a:pt x="158750" y="0"/>
                  </a:cubicBezTo>
                  <a:close/>
                </a:path>
              </a:pathLst>
            </a:custGeom>
            <a:solidFill>
              <a:srgbClr val="0B5394"/>
            </a:solidFill>
            <a:ln>
              <a:noFill/>
            </a:ln>
          </p:spPr>
          <p:txBody>
            <a:bodyPr anchorCtr="0" anchor="ctr" bIns="45000" lIns="45700" spcFirstLastPara="1" rIns="457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" name="Google Shape;200;p12"/>
            <p:cNvSpPr/>
            <p:nvPr/>
          </p:nvSpPr>
          <p:spPr>
            <a:xfrm rot="10800000">
              <a:off x="6937200" y="-8280"/>
              <a:ext cx="2225160" cy="479160"/>
            </a:xfrm>
            <a:custGeom>
              <a:rect b="b" l="l" r="r" t="t"/>
              <a:pathLst>
                <a:path extrusionOk="0" h="1280414" w="5936488">
                  <a:moveTo>
                    <a:pt x="184150" y="0"/>
                  </a:moveTo>
                  <a:lnTo>
                    <a:pt x="5752338" y="0"/>
                  </a:lnTo>
                  <a:lnTo>
                    <a:pt x="5752338" y="25400"/>
                  </a:lnTo>
                  <a:lnTo>
                    <a:pt x="5752338" y="0"/>
                  </a:lnTo>
                  <a:cubicBezTo>
                    <a:pt x="5853303" y="0"/>
                    <a:pt x="5936488" y="79502"/>
                    <a:pt x="5936488" y="179197"/>
                  </a:cubicBezTo>
                  <a:lnTo>
                    <a:pt x="5936488" y="1255014"/>
                  </a:lnTo>
                  <a:cubicBezTo>
                    <a:pt x="5936488" y="1268984"/>
                    <a:pt x="5925058" y="1280414"/>
                    <a:pt x="5911088" y="1280414"/>
                  </a:cubicBezTo>
                  <a:lnTo>
                    <a:pt x="25400" y="1280414"/>
                  </a:lnTo>
                  <a:cubicBezTo>
                    <a:pt x="11430" y="1280414"/>
                    <a:pt x="0" y="1268984"/>
                    <a:pt x="0" y="1255014"/>
                  </a:cubicBezTo>
                  <a:lnTo>
                    <a:pt x="0" y="179197"/>
                  </a:lnTo>
                  <a:lnTo>
                    <a:pt x="25400" y="179197"/>
                  </a:lnTo>
                  <a:lnTo>
                    <a:pt x="0" y="179197"/>
                  </a:lnTo>
                  <a:cubicBezTo>
                    <a:pt x="0" y="79502"/>
                    <a:pt x="83185" y="0"/>
                    <a:pt x="184150" y="0"/>
                  </a:cubicBezTo>
                  <a:cubicBezTo>
                    <a:pt x="191897" y="0"/>
                    <a:pt x="199136" y="3556"/>
                    <a:pt x="203962" y="9525"/>
                  </a:cubicBezTo>
                  <a:lnTo>
                    <a:pt x="184150" y="25400"/>
                  </a:lnTo>
                  <a:lnTo>
                    <a:pt x="184150" y="0"/>
                  </a:lnTo>
                  <a:moveTo>
                    <a:pt x="184150" y="50800"/>
                  </a:moveTo>
                  <a:cubicBezTo>
                    <a:pt x="176403" y="50800"/>
                    <a:pt x="169164" y="47244"/>
                    <a:pt x="164338" y="41275"/>
                  </a:cubicBezTo>
                  <a:lnTo>
                    <a:pt x="184150" y="25400"/>
                  </a:lnTo>
                  <a:lnTo>
                    <a:pt x="184150" y="50800"/>
                  </a:lnTo>
                  <a:cubicBezTo>
                    <a:pt x="109728" y="50800"/>
                    <a:pt x="50800" y="108966"/>
                    <a:pt x="50800" y="179197"/>
                  </a:cubicBezTo>
                  <a:lnTo>
                    <a:pt x="50800" y="1255014"/>
                  </a:lnTo>
                  <a:lnTo>
                    <a:pt x="25400" y="1255014"/>
                  </a:lnTo>
                  <a:lnTo>
                    <a:pt x="25400" y="1229614"/>
                  </a:lnTo>
                  <a:lnTo>
                    <a:pt x="5910961" y="1229614"/>
                  </a:lnTo>
                  <a:lnTo>
                    <a:pt x="5910961" y="1255014"/>
                  </a:lnTo>
                  <a:lnTo>
                    <a:pt x="5885561" y="1255014"/>
                  </a:lnTo>
                  <a:lnTo>
                    <a:pt x="5885561" y="179197"/>
                  </a:lnTo>
                  <a:lnTo>
                    <a:pt x="5910961" y="179197"/>
                  </a:lnTo>
                  <a:lnTo>
                    <a:pt x="5885561" y="179197"/>
                  </a:lnTo>
                  <a:cubicBezTo>
                    <a:pt x="5885561" y="109093"/>
                    <a:pt x="5826633" y="50800"/>
                    <a:pt x="5752211" y="50800"/>
                  </a:cubicBezTo>
                  <a:lnTo>
                    <a:pt x="184150" y="50800"/>
                  </a:lnTo>
                  <a:close/>
                </a:path>
              </a:pathLst>
            </a:custGeom>
            <a:solidFill>
              <a:srgbClr val="0B5394"/>
            </a:solidFill>
            <a:ln>
              <a:noFill/>
            </a:ln>
          </p:spPr>
          <p:txBody>
            <a:bodyPr anchorCtr="0" anchor="ctr" bIns="45000" lIns="45700" spcFirstLastPara="1" rIns="457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01" name="Google Shape;201;p12"/>
          <p:cNvGrpSpPr/>
          <p:nvPr/>
        </p:nvGrpSpPr>
        <p:grpSpPr>
          <a:xfrm>
            <a:off x="-10800" y="-8640"/>
            <a:ext cx="9173160" cy="291600"/>
            <a:chOff x="-10800" y="-8640"/>
            <a:chExt cx="9173160" cy="291600"/>
          </a:xfrm>
        </p:grpSpPr>
        <p:sp>
          <p:nvSpPr>
            <p:cNvPr id="202" name="Google Shape;202;p12"/>
            <p:cNvSpPr/>
            <p:nvPr/>
          </p:nvSpPr>
          <p:spPr>
            <a:xfrm rot="10800000">
              <a:off x="-1080" y="0"/>
              <a:ext cx="9154080" cy="272520"/>
            </a:xfrm>
            <a:custGeom>
              <a:rect b="b" l="l" r="r" t="t"/>
              <a:pathLst>
                <a:path extrusionOk="0" h="729615" w="24413718">
                  <a:moveTo>
                    <a:pt x="97409" y="0"/>
                  </a:moveTo>
                  <a:lnTo>
                    <a:pt x="24316310" y="0"/>
                  </a:lnTo>
                  <a:cubicBezTo>
                    <a:pt x="24370030" y="0"/>
                    <a:pt x="24413718" y="40894"/>
                    <a:pt x="24413718" y="91186"/>
                  </a:cubicBezTo>
                  <a:lnTo>
                    <a:pt x="24413718" y="729615"/>
                  </a:lnTo>
                  <a:lnTo>
                    <a:pt x="0" y="729615"/>
                  </a:lnTo>
                  <a:lnTo>
                    <a:pt x="0" y="91186"/>
                  </a:lnTo>
                  <a:cubicBezTo>
                    <a:pt x="0" y="40894"/>
                    <a:pt x="43561" y="0"/>
                    <a:pt x="97409" y="0"/>
                  </a:cubicBezTo>
                  <a:close/>
                </a:path>
              </a:pathLst>
            </a:custGeom>
            <a:solidFill>
              <a:srgbClr val="0B5394"/>
            </a:solidFill>
            <a:ln>
              <a:noFill/>
            </a:ln>
          </p:spPr>
          <p:txBody>
            <a:bodyPr anchorCtr="0" anchor="ctr" bIns="45000" lIns="45700" spcFirstLastPara="1" rIns="457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" name="Google Shape;203;p12"/>
            <p:cNvSpPr/>
            <p:nvPr/>
          </p:nvSpPr>
          <p:spPr>
            <a:xfrm rot="10800000">
              <a:off x="-10800" y="-8640"/>
              <a:ext cx="9173160" cy="291600"/>
            </a:xfrm>
            <a:custGeom>
              <a:rect b="b" l="l" r="r" t="t"/>
              <a:pathLst>
                <a:path extrusionOk="0" h="780415" w="24464518">
                  <a:moveTo>
                    <a:pt x="122809" y="0"/>
                  </a:moveTo>
                  <a:lnTo>
                    <a:pt x="24341710" y="0"/>
                  </a:lnTo>
                  <a:lnTo>
                    <a:pt x="24341710" y="25400"/>
                  </a:lnTo>
                  <a:lnTo>
                    <a:pt x="24341710" y="0"/>
                  </a:lnTo>
                  <a:cubicBezTo>
                    <a:pt x="24407876" y="0"/>
                    <a:pt x="24464518" y="50673"/>
                    <a:pt x="24464518" y="116586"/>
                  </a:cubicBezTo>
                  <a:lnTo>
                    <a:pt x="24439118" y="116586"/>
                  </a:lnTo>
                  <a:lnTo>
                    <a:pt x="24464518" y="116586"/>
                  </a:lnTo>
                  <a:lnTo>
                    <a:pt x="24464518" y="755015"/>
                  </a:lnTo>
                  <a:cubicBezTo>
                    <a:pt x="24464518" y="768985"/>
                    <a:pt x="24453089" y="780415"/>
                    <a:pt x="24439118" y="780415"/>
                  </a:cubicBezTo>
                  <a:lnTo>
                    <a:pt x="25400" y="780415"/>
                  </a:lnTo>
                  <a:cubicBezTo>
                    <a:pt x="11430" y="780415"/>
                    <a:pt x="0" y="768985"/>
                    <a:pt x="0" y="755015"/>
                  </a:cubicBezTo>
                  <a:lnTo>
                    <a:pt x="0" y="116586"/>
                  </a:lnTo>
                  <a:lnTo>
                    <a:pt x="25400" y="116586"/>
                  </a:lnTo>
                  <a:lnTo>
                    <a:pt x="0" y="116586"/>
                  </a:lnTo>
                  <a:cubicBezTo>
                    <a:pt x="0" y="50673"/>
                    <a:pt x="56515" y="0"/>
                    <a:pt x="122809" y="0"/>
                  </a:cubicBezTo>
                  <a:cubicBezTo>
                    <a:pt x="136779" y="0"/>
                    <a:pt x="148209" y="11430"/>
                    <a:pt x="148209" y="25400"/>
                  </a:cubicBezTo>
                  <a:lnTo>
                    <a:pt x="122809" y="25400"/>
                  </a:lnTo>
                  <a:lnTo>
                    <a:pt x="122809" y="0"/>
                  </a:lnTo>
                  <a:moveTo>
                    <a:pt x="122809" y="50800"/>
                  </a:moveTo>
                  <a:cubicBezTo>
                    <a:pt x="108839" y="50800"/>
                    <a:pt x="97409" y="39370"/>
                    <a:pt x="97409" y="25400"/>
                  </a:cubicBezTo>
                  <a:lnTo>
                    <a:pt x="122809" y="25400"/>
                  </a:lnTo>
                  <a:lnTo>
                    <a:pt x="122809" y="50800"/>
                  </a:lnTo>
                  <a:cubicBezTo>
                    <a:pt x="81407" y="50800"/>
                    <a:pt x="50800" y="81788"/>
                    <a:pt x="50800" y="116586"/>
                  </a:cubicBezTo>
                  <a:lnTo>
                    <a:pt x="50800" y="755015"/>
                  </a:lnTo>
                  <a:lnTo>
                    <a:pt x="25400" y="755015"/>
                  </a:lnTo>
                  <a:lnTo>
                    <a:pt x="25400" y="729615"/>
                  </a:lnTo>
                  <a:lnTo>
                    <a:pt x="24438990" y="729615"/>
                  </a:lnTo>
                  <a:lnTo>
                    <a:pt x="24438990" y="755015"/>
                  </a:lnTo>
                  <a:lnTo>
                    <a:pt x="24413590" y="755015"/>
                  </a:lnTo>
                  <a:lnTo>
                    <a:pt x="24413590" y="116586"/>
                  </a:lnTo>
                  <a:cubicBezTo>
                    <a:pt x="24413590" y="81788"/>
                    <a:pt x="24382983" y="50800"/>
                    <a:pt x="24341581" y="50800"/>
                  </a:cubicBezTo>
                  <a:lnTo>
                    <a:pt x="122809" y="50800"/>
                  </a:lnTo>
                  <a:close/>
                </a:path>
              </a:pathLst>
            </a:custGeom>
            <a:solidFill>
              <a:srgbClr val="0B5394"/>
            </a:solidFill>
            <a:ln>
              <a:noFill/>
            </a:ln>
          </p:spPr>
          <p:txBody>
            <a:bodyPr anchorCtr="0" anchor="ctr" bIns="45000" lIns="45700" spcFirstLastPara="1" rIns="457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04" name="Google Shape;204;p12"/>
          <p:cNvSpPr/>
          <p:nvPr/>
        </p:nvSpPr>
        <p:spPr>
          <a:xfrm>
            <a:off x="2700000" y="1159920"/>
            <a:ext cx="3353400" cy="2980080"/>
          </a:xfrm>
          <a:custGeom>
            <a:rect b="b" l="l" r="r" t="t"/>
            <a:pathLst>
              <a:path extrusionOk="0" h="5962533" w="6708897">
                <a:moveTo>
                  <a:pt x="0" y="0"/>
                </a:moveTo>
                <a:lnTo>
                  <a:pt x="6708898" y="0"/>
                </a:lnTo>
                <a:lnTo>
                  <a:pt x="6708898" y="5962533"/>
                </a:lnTo>
                <a:lnTo>
                  <a:pt x="0" y="59625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5" name="Google Shape;205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425320" y="0"/>
            <a:ext cx="4113720" cy="411372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12"/>
          <p:cNvSpPr/>
          <p:nvPr/>
        </p:nvSpPr>
        <p:spPr>
          <a:xfrm>
            <a:off x="6991560" y="40680"/>
            <a:ext cx="2115000" cy="47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CHRIST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Deemed to be University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1_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CHRIST NEW TEMPLATE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