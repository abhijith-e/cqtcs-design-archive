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C9211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008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C9211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008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C9211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048625" cy="741045"/>
          </a:xfrm>
          <a:custGeom>
            <a:avLst/>
            <a:gdLst/>
            <a:ahLst/>
            <a:cxnLst/>
            <a:rect l="l" t="t" r="r" b="b"/>
            <a:pathLst>
              <a:path w="8048625" h="741045">
                <a:moveTo>
                  <a:pt x="8048307" y="0"/>
                </a:moveTo>
                <a:lnTo>
                  <a:pt x="7549261" y="0"/>
                </a:lnTo>
                <a:lnTo>
                  <a:pt x="7201319" y="0"/>
                </a:lnTo>
                <a:lnTo>
                  <a:pt x="0" y="0"/>
                </a:lnTo>
                <a:lnTo>
                  <a:pt x="0" y="420446"/>
                </a:lnTo>
                <a:lnTo>
                  <a:pt x="7441362" y="420446"/>
                </a:lnTo>
                <a:lnTo>
                  <a:pt x="7624292" y="740854"/>
                </a:lnTo>
                <a:lnTo>
                  <a:pt x="8048307" y="0"/>
                </a:lnTo>
                <a:close/>
              </a:path>
            </a:pathLst>
          </a:custGeom>
          <a:solidFill>
            <a:srgbClr val="0C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580860" y="419506"/>
            <a:ext cx="1301115" cy="321945"/>
          </a:xfrm>
          <a:custGeom>
            <a:avLst/>
            <a:gdLst/>
            <a:ahLst/>
            <a:cxnLst/>
            <a:rect l="l" t="t" r="r" b="b"/>
            <a:pathLst>
              <a:path w="1301115" h="321945">
                <a:moveTo>
                  <a:pt x="1300835" y="0"/>
                </a:moveTo>
                <a:lnTo>
                  <a:pt x="0" y="0"/>
                </a:lnTo>
                <a:lnTo>
                  <a:pt x="0" y="321348"/>
                </a:lnTo>
                <a:lnTo>
                  <a:pt x="1300835" y="321348"/>
                </a:lnTo>
                <a:lnTo>
                  <a:pt x="1300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53338" y="4375162"/>
            <a:ext cx="8481695" cy="768350"/>
          </a:xfrm>
          <a:custGeom>
            <a:avLst/>
            <a:gdLst/>
            <a:ahLst/>
            <a:cxnLst/>
            <a:rect l="l" t="t" r="r" b="b"/>
            <a:pathLst>
              <a:path w="8481695" h="768350">
                <a:moveTo>
                  <a:pt x="8481403" y="320421"/>
                </a:moveTo>
                <a:lnTo>
                  <a:pt x="622668" y="320421"/>
                </a:lnTo>
                <a:lnTo>
                  <a:pt x="439750" y="0"/>
                </a:lnTo>
                <a:lnTo>
                  <a:pt x="0" y="768337"/>
                </a:lnTo>
                <a:lnTo>
                  <a:pt x="514769" y="768337"/>
                </a:lnTo>
                <a:lnTo>
                  <a:pt x="878395" y="768337"/>
                </a:lnTo>
                <a:lnTo>
                  <a:pt x="8481403" y="768337"/>
                </a:lnTo>
                <a:lnTo>
                  <a:pt x="8481403" y="320421"/>
                </a:lnTo>
                <a:close/>
              </a:path>
            </a:pathLst>
          </a:custGeom>
          <a:solidFill>
            <a:srgbClr val="0C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26998" y="4375162"/>
            <a:ext cx="1510030" cy="321945"/>
          </a:xfrm>
          <a:custGeom>
            <a:avLst/>
            <a:gdLst/>
            <a:ahLst/>
            <a:cxnLst/>
            <a:rect l="l" t="t" r="r" b="b"/>
            <a:pathLst>
              <a:path w="1510030" h="321945">
                <a:moveTo>
                  <a:pt x="1509509" y="0"/>
                </a:moveTo>
                <a:lnTo>
                  <a:pt x="0" y="0"/>
                </a:lnTo>
                <a:lnTo>
                  <a:pt x="0" y="321348"/>
                </a:lnTo>
                <a:lnTo>
                  <a:pt x="1509509" y="321348"/>
                </a:lnTo>
                <a:lnTo>
                  <a:pt x="15095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C9211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213" y="438040"/>
            <a:ext cx="7465734" cy="674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C9211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094" y="2115065"/>
            <a:ext cx="4986655" cy="2345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008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8.png"/><Relationship Id="rId17" Type="http://schemas.openxmlformats.org/officeDocument/2006/relationships/image" Target="../media/image9.png"/><Relationship Id="rId18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hyperlink" Target="https://m.christuniversity.in/dept/faculty-details/ODU2Ng%3D%3D/MTg%3D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hyperlink" Target="https://christuniversity.in/dept/faculty-details/MzIwNg%3D%3D/NjI%3D" TargetMode="External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hyperlink" Target="https://christuniversity.in/physics-and-electronics/faculty-details/OTAzMQ%3D%3D/MTg%3D" TargetMode="External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hyperlink" Target="https://christuniversity.in/physics-and-electronics/faculty-details/OTA3MA%3D%3D/MTg%3D" TargetMode="External"/><Relationship Id="rId17" Type="http://schemas.openxmlformats.org/officeDocument/2006/relationships/image" Target="../media/image36.png"/><Relationship Id="rId18" Type="http://schemas.openxmlformats.org/officeDocument/2006/relationships/image" Target="../media/image37.jpg"/><Relationship Id="rId19" Type="http://schemas.openxmlformats.org/officeDocument/2006/relationships/image" Target="../media/image2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jpg"/><Relationship Id="rId3" Type="http://schemas.openxmlformats.org/officeDocument/2006/relationships/image" Target="../media/image2.png"/><Relationship Id="rId4" Type="http://schemas.openxmlformats.org/officeDocument/2006/relationships/image" Target="../media/image43.jp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ist.gov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image" Target="../media/image2.png"/><Relationship Id="rId7" Type="http://schemas.openxmlformats.org/officeDocument/2006/relationships/image" Target="../media/image5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53525" cy="1099185"/>
            <a:chOff x="-4762" y="-4762"/>
            <a:chExt cx="9153525" cy="109918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30">
                  <a:moveTo>
                    <a:pt x="0" y="0"/>
                  </a:moveTo>
                  <a:lnTo>
                    <a:pt x="0" y="189104"/>
                  </a:lnTo>
                  <a:lnTo>
                    <a:pt x="9144000" y="189104"/>
                  </a:lnTo>
                  <a:lnTo>
                    <a:pt x="9144000" y="0"/>
                  </a:lnTo>
                </a:path>
              </a:pathLst>
            </a:custGeom>
            <a:ln w="9525">
              <a:solidFill>
                <a:srgbClr val="0C53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30225"/>
            </a:xfrm>
            <a:custGeom>
              <a:avLst/>
              <a:gdLst/>
              <a:ahLst/>
              <a:cxnLst/>
              <a:rect l="l" t="t" r="r" b="b"/>
              <a:pathLst>
                <a:path w="9144000" h="530225">
                  <a:moveTo>
                    <a:pt x="9144000" y="0"/>
                  </a:moveTo>
                  <a:lnTo>
                    <a:pt x="0" y="0"/>
                  </a:lnTo>
                  <a:lnTo>
                    <a:pt x="0" y="530098"/>
                  </a:lnTo>
                  <a:lnTo>
                    <a:pt x="9144000" y="53009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30098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9525">
              <a:solidFill>
                <a:srgbClr val="0C53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113"/>
              <a:ext cx="9144000" cy="1072515"/>
            </a:xfrm>
            <a:custGeom>
              <a:avLst/>
              <a:gdLst/>
              <a:ahLst/>
              <a:cxnLst/>
              <a:rect l="l" t="t" r="r" b="b"/>
              <a:pathLst>
                <a:path w="9144000" h="1072515">
                  <a:moveTo>
                    <a:pt x="9051925" y="0"/>
                  </a:moveTo>
                  <a:lnTo>
                    <a:pt x="90932" y="0"/>
                  </a:lnTo>
                  <a:lnTo>
                    <a:pt x="52808" y="8574"/>
                  </a:lnTo>
                  <a:lnTo>
                    <a:pt x="21685" y="31961"/>
                  </a:lnTo>
                  <a:lnTo>
                    <a:pt x="706" y="66656"/>
                  </a:lnTo>
                  <a:lnTo>
                    <a:pt x="0" y="70560"/>
                  </a:lnTo>
                  <a:lnTo>
                    <a:pt x="0" y="1001777"/>
                  </a:lnTo>
                  <a:lnTo>
                    <a:pt x="706" y="1005680"/>
                  </a:lnTo>
                  <a:lnTo>
                    <a:pt x="21685" y="1040376"/>
                  </a:lnTo>
                  <a:lnTo>
                    <a:pt x="52808" y="1063762"/>
                  </a:lnTo>
                  <a:lnTo>
                    <a:pt x="90932" y="1072337"/>
                  </a:lnTo>
                  <a:lnTo>
                    <a:pt x="9051925" y="1072337"/>
                  </a:lnTo>
                  <a:lnTo>
                    <a:pt x="9090048" y="1063762"/>
                  </a:lnTo>
                  <a:lnTo>
                    <a:pt x="9121171" y="1040376"/>
                  </a:lnTo>
                  <a:lnTo>
                    <a:pt x="9142150" y="1005680"/>
                  </a:lnTo>
                  <a:lnTo>
                    <a:pt x="9144000" y="995461"/>
                  </a:lnTo>
                  <a:lnTo>
                    <a:pt x="9144000" y="76875"/>
                  </a:lnTo>
                  <a:lnTo>
                    <a:pt x="9142150" y="66656"/>
                  </a:lnTo>
                  <a:lnTo>
                    <a:pt x="9121171" y="31961"/>
                  </a:lnTo>
                  <a:lnTo>
                    <a:pt x="9090048" y="8574"/>
                  </a:lnTo>
                  <a:lnTo>
                    <a:pt x="9051925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5113"/>
              <a:ext cx="9144000" cy="1072515"/>
            </a:xfrm>
            <a:custGeom>
              <a:avLst/>
              <a:gdLst/>
              <a:ahLst/>
              <a:cxnLst/>
              <a:rect l="l" t="t" r="r" b="b"/>
              <a:pathLst>
                <a:path w="9144000" h="1072515">
                  <a:moveTo>
                    <a:pt x="0" y="70560"/>
                  </a:moveTo>
                  <a:lnTo>
                    <a:pt x="706" y="66656"/>
                  </a:lnTo>
                  <a:lnTo>
                    <a:pt x="21685" y="31961"/>
                  </a:lnTo>
                  <a:lnTo>
                    <a:pt x="52808" y="8574"/>
                  </a:lnTo>
                  <a:lnTo>
                    <a:pt x="90932" y="0"/>
                  </a:lnTo>
                  <a:lnTo>
                    <a:pt x="9051925" y="0"/>
                  </a:lnTo>
                  <a:lnTo>
                    <a:pt x="9090048" y="8574"/>
                  </a:lnTo>
                  <a:lnTo>
                    <a:pt x="9121171" y="31961"/>
                  </a:lnTo>
                  <a:lnTo>
                    <a:pt x="9142150" y="66656"/>
                  </a:lnTo>
                  <a:lnTo>
                    <a:pt x="9144000" y="76875"/>
                  </a:lnTo>
                </a:path>
                <a:path w="9144000" h="1072515">
                  <a:moveTo>
                    <a:pt x="9144000" y="995461"/>
                  </a:moveTo>
                  <a:lnTo>
                    <a:pt x="9142150" y="1005680"/>
                  </a:lnTo>
                  <a:lnTo>
                    <a:pt x="9121171" y="1040376"/>
                  </a:lnTo>
                  <a:lnTo>
                    <a:pt x="9090048" y="1063762"/>
                  </a:lnTo>
                  <a:lnTo>
                    <a:pt x="9051925" y="1072337"/>
                  </a:lnTo>
                  <a:lnTo>
                    <a:pt x="90932" y="1072337"/>
                  </a:lnTo>
                  <a:lnTo>
                    <a:pt x="52808" y="1063762"/>
                  </a:lnTo>
                  <a:lnTo>
                    <a:pt x="21685" y="1040376"/>
                  </a:lnTo>
                  <a:lnTo>
                    <a:pt x="706" y="1005680"/>
                  </a:lnTo>
                  <a:lnTo>
                    <a:pt x="0" y="1001777"/>
                  </a:lnTo>
                </a:path>
              </a:pathLst>
            </a:custGeom>
            <a:ln w="9525">
              <a:solidFill>
                <a:srgbClr val="0C53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072635" y="0"/>
              <a:ext cx="643890" cy="1077595"/>
            </a:xfrm>
            <a:custGeom>
              <a:avLst/>
              <a:gdLst/>
              <a:ahLst/>
              <a:cxnLst/>
              <a:rect l="l" t="t" r="r" b="b"/>
              <a:pathLst>
                <a:path w="643890" h="1077595">
                  <a:moveTo>
                    <a:pt x="643839" y="0"/>
                  </a:moveTo>
                  <a:lnTo>
                    <a:pt x="369265" y="0"/>
                  </a:lnTo>
                  <a:lnTo>
                    <a:pt x="0" y="1077455"/>
                  </a:lnTo>
                  <a:lnTo>
                    <a:pt x="274688" y="1077455"/>
                  </a:lnTo>
                  <a:lnTo>
                    <a:pt x="643839" y="0"/>
                  </a:lnTo>
                  <a:close/>
                </a:path>
              </a:pathLst>
            </a:custGeom>
            <a:solidFill>
              <a:srgbClr val="D2AE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85479" y="0"/>
              <a:ext cx="2874010" cy="1094105"/>
            </a:xfrm>
            <a:custGeom>
              <a:avLst/>
              <a:gdLst/>
              <a:ahLst/>
              <a:cxnLst/>
              <a:rect l="l" t="t" r="r" b="b"/>
              <a:pathLst>
                <a:path w="2874009" h="1094105">
                  <a:moveTo>
                    <a:pt x="2873654" y="0"/>
                  </a:moveTo>
                  <a:lnTo>
                    <a:pt x="371119" y="0"/>
                  </a:lnTo>
                  <a:lnTo>
                    <a:pt x="0" y="1093851"/>
                  </a:lnTo>
                  <a:lnTo>
                    <a:pt x="2502522" y="1093851"/>
                  </a:lnTo>
                  <a:lnTo>
                    <a:pt x="2873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0" y="3981067"/>
            <a:ext cx="9144000" cy="1162685"/>
            <a:chOff x="0" y="3981067"/>
            <a:chExt cx="9144000" cy="11626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8935" y="4853914"/>
              <a:ext cx="2822609" cy="2156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3981067"/>
              <a:ext cx="9144000" cy="1162685"/>
            </a:xfrm>
            <a:custGeom>
              <a:avLst/>
              <a:gdLst/>
              <a:ahLst/>
              <a:cxnLst/>
              <a:rect l="l" t="t" r="r" b="b"/>
              <a:pathLst>
                <a:path w="9144000" h="1162685">
                  <a:moveTo>
                    <a:pt x="9087739" y="0"/>
                  </a:moveTo>
                  <a:lnTo>
                    <a:pt x="37845" y="0"/>
                  </a:lnTo>
                  <a:lnTo>
                    <a:pt x="15928" y="9283"/>
                  </a:lnTo>
                  <a:lnTo>
                    <a:pt x="0" y="31847"/>
                  </a:lnTo>
                  <a:lnTo>
                    <a:pt x="0" y="1130583"/>
                  </a:lnTo>
                  <a:lnTo>
                    <a:pt x="15928" y="1153147"/>
                  </a:lnTo>
                  <a:lnTo>
                    <a:pt x="37845" y="1162432"/>
                  </a:lnTo>
                  <a:lnTo>
                    <a:pt x="9087739" y="1162432"/>
                  </a:lnTo>
                  <a:lnTo>
                    <a:pt x="9109656" y="1153147"/>
                  </a:lnTo>
                  <a:lnTo>
                    <a:pt x="9127537" y="1127817"/>
                  </a:lnTo>
                  <a:lnTo>
                    <a:pt x="9139584" y="1090218"/>
                  </a:lnTo>
                  <a:lnTo>
                    <a:pt x="9144000" y="1044130"/>
                  </a:lnTo>
                  <a:lnTo>
                    <a:pt x="9144000" y="118300"/>
                  </a:lnTo>
                  <a:lnTo>
                    <a:pt x="9139584" y="72212"/>
                  </a:lnTo>
                  <a:lnTo>
                    <a:pt x="9127537" y="34613"/>
                  </a:lnTo>
                  <a:lnTo>
                    <a:pt x="9109656" y="9283"/>
                  </a:lnTo>
                  <a:lnTo>
                    <a:pt x="9087739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4051" y="4478032"/>
            <a:ext cx="2525395" cy="5822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685">
              <a:lnSpc>
                <a:spcPts val="124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D2AE6C"/>
                </a:solidFill>
                <a:latin typeface="Archivo Condensed"/>
                <a:cs typeface="Archivo Condensed"/>
              </a:rPr>
              <a:t>Mission</a:t>
            </a:r>
            <a:endParaRPr sz="1100">
              <a:latin typeface="Archivo Condensed"/>
              <a:cs typeface="Archivo Condensed"/>
            </a:endParaRPr>
          </a:p>
          <a:p>
            <a:pPr algn="ctr">
              <a:lnSpc>
                <a:spcPts val="990"/>
              </a:lnSpc>
            </a:pP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Christ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University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 is</a:t>
            </a:r>
            <a:r>
              <a:rPr dirty="0" sz="900" spc="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a nurturing ground</a:t>
            </a:r>
            <a:r>
              <a:rPr dirty="0" sz="900" spc="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for</a:t>
            </a:r>
            <a:r>
              <a:rPr dirty="0" sz="900" spc="-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an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individual’s</a:t>
            </a:r>
            <a:r>
              <a:rPr dirty="0" sz="900" spc="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holistic</a:t>
            </a:r>
            <a:endParaRPr sz="900">
              <a:latin typeface="Archivo Condensed"/>
              <a:cs typeface="Archivo Condensed"/>
            </a:endParaRPr>
          </a:p>
          <a:p>
            <a:pPr algn="ctr" marL="50800" marR="43180">
              <a:lnSpc>
                <a:spcPts val="1060"/>
              </a:lnSpc>
              <a:spcBef>
                <a:spcPts val="40"/>
              </a:spcBef>
            </a:pP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development</a:t>
            </a:r>
            <a:r>
              <a:rPr dirty="0" sz="900" spc="1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to</a:t>
            </a:r>
            <a:r>
              <a:rPr dirty="0" sz="900" spc="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make</a:t>
            </a:r>
            <a:r>
              <a:rPr dirty="0" sz="900" spc="1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effective</a:t>
            </a:r>
            <a:r>
              <a:rPr dirty="0" sz="900" spc="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contribution</a:t>
            </a:r>
            <a:r>
              <a:rPr dirty="0" sz="900" spc="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to</a:t>
            </a:r>
            <a:r>
              <a:rPr dirty="0" sz="900" spc="1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the</a:t>
            </a:r>
            <a:r>
              <a:rPr dirty="0" sz="900" spc="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society</a:t>
            </a:r>
            <a:r>
              <a:rPr dirty="0" sz="900" spc="2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in</a:t>
            </a:r>
            <a:r>
              <a:rPr dirty="0" sz="900" spc="1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chivo Condensed"/>
                <a:cs typeface="Archivo Condensed"/>
              </a:rPr>
              <a:t>a</a:t>
            </a:r>
            <a:r>
              <a:rPr dirty="0" sz="900" spc="50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dynamic</a:t>
            </a:r>
            <a:r>
              <a:rPr dirty="0" sz="900" spc="-3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environment</a:t>
            </a:r>
            <a:endParaRPr sz="900">
              <a:latin typeface="Archivo Condensed"/>
              <a:cs typeface="Archivo Condense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1454" y="4478032"/>
            <a:ext cx="96075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D2AE6C"/>
                </a:solidFill>
                <a:latin typeface="Archivo Condensed"/>
                <a:cs typeface="Archivo Condensed"/>
              </a:rPr>
              <a:t>Vision</a:t>
            </a:r>
            <a:endParaRPr sz="1100">
              <a:latin typeface="Archivo Condensed"/>
              <a:cs typeface="Archivo Condense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Excellence</a:t>
            </a:r>
            <a:r>
              <a:rPr dirty="0" sz="900" spc="2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and</a:t>
            </a:r>
            <a:r>
              <a:rPr dirty="0" sz="900" spc="2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Service</a:t>
            </a:r>
            <a:endParaRPr sz="900">
              <a:latin typeface="Archivo Condensed"/>
              <a:cs typeface="Archivo Condensed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228011" y="2017622"/>
            <a:ext cx="854456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>
                <a:solidFill>
                  <a:srgbClr val="002060"/>
                </a:solidFill>
                <a:latin typeface="Times New Roman"/>
                <a:cs typeface="Times New Roman"/>
              </a:rPr>
              <a:t>Centre</a:t>
            </a:r>
            <a:r>
              <a:rPr dirty="0" sz="2750" spc="3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2060"/>
                </a:solidFill>
                <a:latin typeface="Times New Roman"/>
                <a:cs typeface="Times New Roman"/>
              </a:rPr>
              <a:t>for</a:t>
            </a:r>
            <a:r>
              <a:rPr dirty="0" sz="2750" spc="-1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2060"/>
                </a:solidFill>
                <a:latin typeface="Times New Roman"/>
                <a:cs typeface="Times New Roman"/>
              </a:rPr>
              <a:t>Quantum</a:t>
            </a:r>
            <a:r>
              <a:rPr dirty="0" sz="2750" spc="-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02060"/>
                </a:solidFill>
                <a:latin typeface="Times New Roman"/>
                <a:cs typeface="Times New Roman"/>
              </a:rPr>
              <a:t>Technologies</a:t>
            </a:r>
            <a:r>
              <a:rPr dirty="0" sz="2750" spc="4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dirty="0" sz="2750" spc="5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002060"/>
                </a:solidFill>
                <a:latin typeface="Times New Roman"/>
                <a:cs typeface="Times New Roman"/>
              </a:rPr>
              <a:t>Complex</a:t>
            </a:r>
            <a:r>
              <a:rPr dirty="0" sz="2750" spc="45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002060"/>
                </a:solidFill>
                <a:latin typeface="Times New Roman"/>
                <a:cs typeface="Times New Roman"/>
              </a:rPr>
              <a:t>Systems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8915" y="2481471"/>
            <a:ext cx="5310505" cy="106997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 marR="347345">
              <a:lnSpc>
                <a:spcPct val="100000"/>
              </a:lnSpc>
              <a:spcBef>
                <a:spcPts val="1030"/>
              </a:spcBef>
            </a:pPr>
            <a:r>
              <a:rPr dirty="0" sz="2400" b="1">
                <a:solidFill>
                  <a:srgbClr val="2A6099"/>
                </a:solidFill>
                <a:latin typeface="Times New Roman"/>
                <a:cs typeface="Times New Roman"/>
              </a:rPr>
              <a:t>Established</a:t>
            </a:r>
            <a:r>
              <a:rPr dirty="0" sz="2400" spc="-60" b="1">
                <a:solidFill>
                  <a:srgbClr val="2A60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A6099"/>
                </a:solidFill>
                <a:latin typeface="Times New Roman"/>
                <a:cs typeface="Times New Roman"/>
              </a:rPr>
              <a:t>on</a:t>
            </a:r>
            <a:r>
              <a:rPr dirty="0" sz="2400" spc="-45" b="1">
                <a:solidFill>
                  <a:srgbClr val="2A60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A6099"/>
                </a:solidFill>
                <a:latin typeface="Times New Roman"/>
                <a:cs typeface="Times New Roman"/>
              </a:rPr>
              <a:t>2</a:t>
            </a:r>
            <a:r>
              <a:rPr dirty="0" sz="2400" spc="35" b="1">
                <a:solidFill>
                  <a:srgbClr val="2A60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2A6099"/>
                </a:solidFill>
                <a:latin typeface="Times New Roman"/>
                <a:cs typeface="Times New Roman"/>
              </a:rPr>
              <a:t>July,</a:t>
            </a:r>
            <a:r>
              <a:rPr dirty="0" sz="2400" spc="-45" b="1">
                <a:solidFill>
                  <a:srgbClr val="2A6099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2A6099"/>
                </a:solidFill>
                <a:latin typeface="Times New Roman"/>
                <a:cs typeface="Times New Roman"/>
              </a:rPr>
              <a:t>2025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2750" b="1">
                <a:solidFill>
                  <a:srgbClr val="002060"/>
                </a:solidFill>
                <a:latin typeface="Times New Roman"/>
                <a:cs typeface="Times New Roman"/>
              </a:rPr>
              <a:t>CHRIST(Deemed</a:t>
            </a:r>
            <a:r>
              <a:rPr dirty="0" sz="2750" spc="60" b="1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 b="1">
                <a:solidFill>
                  <a:srgbClr val="002060"/>
                </a:solidFill>
                <a:latin typeface="Times New Roman"/>
                <a:cs typeface="Times New Roman"/>
              </a:rPr>
              <a:t>to</a:t>
            </a:r>
            <a:r>
              <a:rPr dirty="0" sz="2750" spc="75" b="1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 b="1">
                <a:solidFill>
                  <a:srgbClr val="002060"/>
                </a:solidFill>
                <a:latin typeface="Times New Roman"/>
                <a:cs typeface="Times New Roman"/>
              </a:rPr>
              <a:t>be</a:t>
            </a:r>
            <a:r>
              <a:rPr dirty="0" sz="2750" spc="70" b="1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1">
                <a:solidFill>
                  <a:srgbClr val="002060"/>
                </a:solidFill>
                <a:latin typeface="Times New Roman"/>
                <a:cs typeface="Times New Roman"/>
              </a:rPr>
              <a:t>University)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2093" y="266663"/>
            <a:ext cx="1654810" cy="1654810"/>
            <a:chOff x="312093" y="266663"/>
            <a:chExt cx="1654810" cy="1654810"/>
          </a:xfrm>
        </p:grpSpPr>
        <p:sp>
          <p:nvSpPr>
            <p:cNvPr id="18" name="object 18"/>
            <p:cNvSpPr/>
            <p:nvPr/>
          </p:nvSpPr>
          <p:spPr>
            <a:xfrm>
              <a:off x="312093" y="266663"/>
              <a:ext cx="1654810" cy="1654810"/>
            </a:xfrm>
            <a:custGeom>
              <a:avLst/>
              <a:gdLst/>
              <a:ahLst/>
              <a:cxnLst/>
              <a:rect l="l" t="t" r="r" b="b"/>
              <a:pathLst>
                <a:path w="1654810" h="1654810">
                  <a:moveTo>
                    <a:pt x="827189" y="0"/>
                  </a:moveTo>
                  <a:lnTo>
                    <a:pt x="778585" y="1404"/>
                  </a:lnTo>
                  <a:lnTo>
                    <a:pt x="730721" y="5565"/>
                  </a:lnTo>
                  <a:lnTo>
                    <a:pt x="683674" y="12405"/>
                  </a:lnTo>
                  <a:lnTo>
                    <a:pt x="637522" y="21846"/>
                  </a:lnTo>
                  <a:lnTo>
                    <a:pt x="592342" y="33812"/>
                  </a:lnTo>
                  <a:lnTo>
                    <a:pt x="548212" y="48223"/>
                  </a:lnTo>
                  <a:lnTo>
                    <a:pt x="505209" y="65004"/>
                  </a:lnTo>
                  <a:lnTo>
                    <a:pt x="463412" y="84076"/>
                  </a:lnTo>
                  <a:lnTo>
                    <a:pt x="422897" y="105361"/>
                  </a:lnTo>
                  <a:lnTo>
                    <a:pt x="383742" y="128783"/>
                  </a:lnTo>
                  <a:lnTo>
                    <a:pt x="346025" y="154263"/>
                  </a:lnTo>
                  <a:lnTo>
                    <a:pt x="309824" y="181724"/>
                  </a:lnTo>
                  <a:lnTo>
                    <a:pt x="275215" y="211088"/>
                  </a:lnTo>
                  <a:lnTo>
                    <a:pt x="242277" y="242277"/>
                  </a:lnTo>
                  <a:lnTo>
                    <a:pt x="211088" y="275215"/>
                  </a:lnTo>
                  <a:lnTo>
                    <a:pt x="181724" y="309824"/>
                  </a:lnTo>
                  <a:lnTo>
                    <a:pt x="154263" y="346025"/>
                  </a:lnTo>
                  <a:lnTo>
                    <a:pt x="128783" y="383742"/>
                  </a:lnTo>
                  <a:lnTo>
                    <a:pt x="105361" y="422897"/>
                  </a:lnTo>
                  <a:lnTo>
                    <a:pt x="84076" y="463412"/>
                  </a:lnTo>
                  <a:lnTo>
                    <a:pt x="65004" y="505209"/>
                  </a:lnTo>
                  <a:lnTo>
                    <a:pt x="48223" y="548212"/>
                  </a:lnTo>
                  <a:lnTo>
                    <a:pt x="33812" y="592342"/>
                  </a:lnTo>
                  <a:lnTo>
                    <a:pt x="21846" y="637522"/>
                  </a:lnTo>
                  <a:lnTo>
                    <a:pt x="12405" y="683674"/>
                  </a:lnTo>
                  <a:lnTo>
                    <a:pt x="5565" y="730721"/>
                  </a:lnTo>
                  <a:lnTo>
                    <a:pt x="1404" y="778585"/>
                  </a:lnTo>
                  <a:lnTo>
                    <a:pt x="0" y="827189"/>
                  </a:lnTo>
                  <a:lnTo>
                    <a:pt x="1404" y="875791"/>
                  </a:lnTo>
                  <a:lnTo>
                    <a:pt x="5565" y="923654"/>
                  </a:lnTo>
                  <a:lnTo>
                    <a:pt x="12405" y="970700"/>
                  </a:lnTo>
                  <a:lnTo>
                    <a:pt x="21846" y="1016852"/>
                  </a:lnTo>
                  <a:lnTo>
                    <a:pt x="33812" y="1062031"/>
                  </a:lnTo>
                  <a:lnTo>
                    <a:pt x="48223" y="1106161"/>
                  </a:lnTo>
                  <a:lnTo>
                    <a:pt x="65004" y="1149163"/>
                  </a:lnTo>
                  <a:lnTo>
                    <a:pt x="84076" y="1190960"/>
                  </a:lnTo>
                  <a:lnTo>
                    <a:pt x="105361" y="1231475"/>
                  </a:lnTo>
                  <a:lnTo>
                    <a:pt x="128783" y="1270629"/>
                  </a:lnTo>
                  <a:lnTo>
                    <a:pt x="154263" y="1308346"/>
                  </a:lnTo>
                  <a:lnTo>
                    <a:pt x="181724" y="1344548"/>
                  </a:lnTo>
                  <a:lnTo>
                    <a:pt x="211088" y="1379157"/>
                  </a:lnTo>
                  <a:lnTo>
                    <a:pt x="242277" y="1412095"/>
                  </a:lnTo>
                  <a:lnTo>
                    <a:pt x="275215" y="1443285"/>
                  </a:lnTo>
                  <a:lnTo>
                    <a:pt x="309824" y="1472650"/>
                  </a:lnTo>
                  <a:lnTo>
                    <a:pt x="346025" y="1500111"/>
                  </a:lnTo>
                  <a:lnTo>
                    <a:pt x="383742" y="1525591"/>
                  </a:lnTo>
                  <a:lnTo>
                    <a:pt x="422897" y="1549013"/>
                  </a:lnTo>
                  <a:lnTo>
                    <a:pt x="463412" y="1570299"/>
                  </a:lnTo>
                  <a:lnTo>
                    <a:pt x="505209" y="1589371"/>
                  </a:lnTo>
                  <a:lnTo>
                    <a:pt x="548212" y="1606152"/>
                  </a:lnTo>
                  <a:lnTo>
                    <a:pt x="592342" y="1620565"/>
                  </a:lnTo>
                  <a:lnTo>
                    <a:pt x="637522" y="1632530"/>
                  </a:lnTo>
                  <a:lnTo>
                    <a:pt x="683674" y="1641972"/>
                  </a:lnTo>
                  <a:lnTo>
                    <a:pt x="730721" y="1648812"/>
                  </a:lnTo>
                  <a:lnTo>
                    <a:pt x="778585" y="1652973"/>
                  </a:lnTo>
                  <a:lnTo>
                    <a:pt x="827189" y="1654378"/>
                  </a:lnTo>
                  <a:lnTo>
                    <a:pt x="875792" y="1652973"/>
                  </a:lnTo>
                  <a:lnTo>
                    <a:pt x="923656" y="1648812"/>
                  </a:lnTo>
                  <a:lnTo>
                    <a:pt x="970703" y="1641972"/>
                  </a:lnTo>
                  <a:lnTo>
                    <a:pt x="1016856" y="1632530"/>
                  </a:lnTo>
                  <a:lnTo>
                    <a:pt x="1062036" y="1620565"/>
                  </a:lnTo>
                  <a:lnTo>
                    <a:pt x="1106166" y="1606152"/>
                  </a:lnTo>
                  <a:lnTo>
                    <a:pt x="1149168" y="1589371"/>
                  </a:lnTo>
                  <a:lnTo>
                    <a:pt x="1190966" y="1570299"/>
                  </a:lnTo>
                  <a:lnTo>
                    <a:pt x="1231480" y="1549013"/>
                  </a:lnTo>
                  <a:lnTo>
                    <a:pt x="1270635" y="1525591"/>
                  </a:lnTo>
                  <a:lnTo>
                    <a:pt x="1308352" y="1500111"/>
                  </a:lnTo>
                  <a:lnTo>
                    <a:pt x="1344553" y="1472650"/>
                  </a:lnTo>
                  <a:lnTo>
                    <a:pt x="1379162" y="1443285"/>
                  </a:lnTo>
                  <a:lnTo>
                    <a:pt x="1412100" y="1412095"/>
                  </a:lnTo>
                  <a:lnTo>
                    <a:pt x="1443290" y="1379157"/>
                  </a:lnTo>
                  <a:lnTo>
                    <a:pt x="1472654" y="1344548"/>
                  </a:lnTo>
                  <a:lnTo>
                    <a:pt x="1500114" y="1308346"/>
                  </a:lnTo>
                  <a:lnTo>
                    <a:pt x="1525594" y="1270629"/>
                  </a:lnTo>
                  <a:lnTo>
                    <a:pt x="1549016" y="1231475"/>
                  </a:lnTo>
                  <a:lnTo>
                    <a:pt x="1570301" y="1190960"/>
                  </a:lnTo>
                  <a:lnTo>
                    <a:pt x="1589373" y="1149163"/>
                  </a:lnTo>
                  <a:lnTo>
                    <a:pt x="1606154" y="1106161"/>
                  </a:lnTo>
                  <a:lnTo>
                    <a:pt x="1620566" y="1062031"/>
                  </a:lnTo>
                  <a:lnTo>
                    <a:pt x="1632531" y="1016852"/>
                  </a:lnTo>
                  <a:lnTo>
                    <a:pt x="1641973" y="970700"/>
                  </a:lnTo>
                  <a:lnTo>
                    <a:pt x="1648813" y="923654"/>
                  </a:lnTo>
                  <a:lnTo>
                    <a:pt x="1652973" y="875791"/>
                  </a:lnTo>
                  <a:lnTo>
                    <a:pt x="1654378" y="827189"/>
                  </a:lnTo>
                  <a:lnTo>
                    <a:pt x="1652973" y="778585"/>
                  </a:lnTo>
                  <a:lnTo>
                    <a:pt x="1648813" y="730721"/>
                  </a:lnTo>
                  <a:lnTo>
                    <a:pt x="1641973" y="683674"/>
                  </a:lnTo>
                  <a:lnTo>
                    <a:pt x="1632531" y="637522"/>
                  </a:lnTo>
                  <a:lnTo>
                    <a:pt x="1620566" y="592342"/>
                  </a:lnTo>
                  <a:lnTo>
                    <a:pt x="1606154" y="548212"/>
                  </a:lnTo>
                  <a:lnTo>
                    <a:pt x="1589373" y="505209"/>
                  </a:lnTo>
                  <a:lnTo>
                    <a:pt x="1570301" y="463412"/>
                  </a:lnTo>
                  <a:lnTo>
                    <a:pt x="1549016" y="422897"/>
                  </a:lnTo>
                  <a:lnTo>
                    <a:pt x="1525594" y="383742"/>
                  </a:lnTo>
                  <a:lnTo>
                    <a:pt x="1500114" y="346025"/>
                  </a:lnTo>
                  <a:lnTo>
                    <a:pt x="1472654" y="309824"/>
                  </a:lnTo>
                  <a:lnTo>
                    <a:pt x="1443290" y="275215"/>
                  </a:lnTo>
                  <a:lnTo>
                    <a:pt x="1412100" y="242277"/>
                  </a:lnTo>
                  <a:lnTo>
                    <a:pt x="1379162" y="211088"/>
                  </a:lnTo>
                  <a:lnTo>
                    <a:pt x="1344553" y="181724"/>
                  </a:lnTo>
                  <a:lnTo>
                    <a:pt x="1308352" y="154263"/>
                  </a:lnTo>
                  <a:lnTo>
                    <a:pt x="1270635" y="128783"/>
                  </a:lnTo>
                  <a:lnTo>
                    <a:pt x="1231480" y="105361"/>
                  </a:lnTo>
                  <a:lnTo>
                    <a:pt x="1190966" y="84076"/>
                  </a:lnTo>
                  <a:lnTo>
                    <a:pt x="1149168" y="65004"/>
                  </a:lnTo>
                  <a:lnTo>
                    <a:pt x="1106166" y="48223"/>
                  </a:lnTo>
                  <a:lnTo>
                    <a:pt x="1062036" y="33812"/>
                  </a:lnTo>
                  <a:lnTo>
                    <a:pt x="1016856" y="21846"/>
                  </a:lnTo>
                  <a:lnTo>
                    <a:pt x="970703" y="12405"/>
                  </a:lnTo>
                  <a:lnTo>
                    <a:pt x="923656" y="5565"/>
                  </a:lnTo>
                  <a:lnTo>
                    <a:pt x="875792" y="1404"/>
                  </a:lnTo>
                  <a:lnTo>
                    <a:pt x="8271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81" y="344919"/>
              <a:ext cx="1487195" cy="1497876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6437" y="170836"/>
            <a:ext cx="2512009" cy="85133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442528" y="4069579"/>
            <a:ext cx="6599555" cy="918210"/>
            <a:chOff x="1442528" y="4069579"/>
            <a:chExt cx="6599555" cy="918210"/>
          </a:xfrm>
        </p:grpSpPr>
        <p:sp>
          <p:nvSpPr>
            <p:cNvPr id="22" name="object 22"/>
            <p:cNvSpPr/>
            <p:nvPr/>
          </p:nvSpPr>
          <p:spPr>
            <a:xfrm>
              <a:off x="1442528" y="4152745"/>
              <a:ext cx="317500" cy="316865"/>
            </a:xfrm>
            <a:custGeom>
              <a:avLst/>
              <a:gdLst/>
              <a:ahLst/>
              <a:cxnLst/>
              <a:rect l="l" t="t" r="r" b="b"/>
              <a:pathLst>
                <a:path w="317500" h="316864">
                  <a:moveTo>
                    <a:pt x="157911" y="0"/>
                  </a:moveTo>
                  <a:lnTo>
                    <a:pt x="118972" y="4548"/>
                  </a:lnTo>
                  <a:lnTo>
                    <a:pt x="63726" y="29829"/>
                  </a:lnTo>
                  <a:lnTo>
                    <a:pt x="20565" y="76821"/>
                  </a:lnTo>
                  <a:lnTo>
                    <a:pt x="438" y="134774"/>
                  </a:lnTo>
                  <a:lnTo>
                    <a:pt x="0" y="167970"/>
                  </a:lnTo>
                  <a:lnTo>
                    <a:pt x="2592" y="190068"/>
                  </a:lnTo>
                  <a:lnTo>
                    <a:pt x="21551" y="242328"/>
                  </a:lnTo>
                  <a:lnTo>
                    <a:pt x="47202" y="274045"/>
                  </a:lnTo>
                  <a:lnTo>
                    <a:pt x="79692" y="298132"/>
                  </a:lnTo>
                  <a:lnTo>
                    <a:pt x="124155" y="313334"/>
                  </a:lnTo>
                  <a:lnTo>
                    <a:pt x="162877" y="316331"/>
                  </a:lnTo>
                  <a:lnTo>
                    <a:pt x="184100" y="314992"/>
                  </a:lnTo>
                  <a:lnTo>
                    <a:pt x="222599" y="303976"/>
                  </a:lnTo>
                  <a:lnTo>
                    <a:pt x="256311" y="283327"/>
                  </a:lnTo>
                  <a:lnTo>
                    <a:pt x="287338" y="254492"/>
                  </a:lnTo>
                  <a:lnTo>
                    <a:pt x="307810" y="216672"/>
                  </a:lnTo>
                  <a:lnTo>
                    <a:pt x="316794" y="173186"/>
                  </a:lnTo>
                  <a:lnTo>
                    <a:pt x="317233" y="150812"/>
                  </a:lnTo>
                  <a:lnTo>
                    <a:pt x="314929" y="130016"/>
                  </a:lnTo>
                  <a:lnTo>
                    <a:pt x="302324" y="90621"/>
                  </a:lnTo>
                  <a:lnTo>
                    <a:pt x="281470" y="57886"/>
                  </a:lnTo>
                  <a:lnTo>
                    <a:pt x="274972" y="89344"/>
                  </a:lnTo>
                  <a:lnTo>
                    <a:pt x="284772" y="107421"/>
                  </a:lnTo>
                  <a:lnTo>
                    <a:pt x="291952" y="128267"/>
                  </a:lnTo>
                  <a:lnTo>
                    <a:pt x="295363" y="151853"/>
                  </a:lnTo>
                  <a:lnTo>
                    <a:pt x="293904" y="178923"/>
                  </a:lnTo>
                  <a:lnTo>
                    <a:pt x="275704" y="229401"/>
                  </a:lnTo>
                  <a:lnTo>
                    <a:pt x="240251" y="268467"/>
                  </a:lnTo>
                  <a:lnTo>
                    <a:pt x="193404" y="289851"/>
                  </a:lnTo>
                  <a:lnTo>
                    <a:pt x="158153" y="293725"/>
                  </a:lnTo>
                  <a:lnTo>
                    <a:pt x="131151" y="291722"/>
                  </a:lnTo>
                  <a:lnTo>
                    <a:pt x="85038" y="276023"/>
                  </a:lnTo>
                  <a:lnTo>
                    <a:pt x="49785" y="243230"/>
                  </a:lnTo>
                  <a:lnTo>
                    <a:pt x="28448" y="193254"/>
                  </a:lnTo>
                  <a:lnTo>
                    <a:pt x="24612" y="164287"/>
                  </a:lnTo>
                  <a:lnTo>
                    <a:pt x="25578" y="135375"/>
                  </a:lnTo>
                  <a:lnTo>
                    <a:pt x="41468" y="85975"/>
                  </a:lnTo>
                  <a:lnTo>
                    <a:pt x="75868" y="48177"/>
                  </a:lnTo>
                  <a:lnTo>
                    <a:pt x="124115" y="25420"/>
                  </a:lnTo>
                  <a:lnTo>
                    <a:pt x="161099" y="20345"/>
                  </a:lnTo>
                  <a:lnTo>
                    <a:pt x="182132" y="22381"/>
                  </a:lnTo>
                  <a:lnTo>
                    <a:pt x="202660" y="28459"/>
                  </a:lnTo>
                  <a:lnTo>
                    <a:pt x="222635" y="38535"/>
                  </a:lnTo>
                  <a:lnTo>
                    <a:pt x="242011" y="52565"/>
                  </a:lnTo>
                  <a:lnTo>
                    <a:pt x="259537" y="36639"/>
                  </a:lnTo>
                  <a:lnTo>
                    <a:pt x="213084" y="10083"/>
                  </a:lnTo>
                  <a:lnTo>
                    <a:pt x="176739" y="1124"/>
                  </a:lnTo>
                  <a:lnTo>
                    <a:pt x="157911" y="0"/>
                  </a:lnTo>
                  <a:close/>
                </a:path>
              </a:pathLst>
            </a:custGeom>
            <a:solidFill>
              <a:srgbClr val="D2AE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8942" y="4099575"/>
              <a:ext cx="318041" cy="3116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07089" y="4184374"/>
              <a:ext cx="358140" cy="272415"/>
            </a:xfrm>
            <a:custGeom>
              <a:avLst/>
              <a:gdLst/>
              <a:ahLst/>
              <a:cxnLst/>
              <a:rect l="l" t="t" r="r" b="b"/>
              <a:pathLst>
                <a:path w="358139" h="272414">
                  <a:moveTo>
                    <a:pt x="294195" y="0"/>
                  </a:moveTo>
                  <a:lnTo>
                    <a:pt x="63436" y="0"/>
                  </a:lnTo>
                  <a:lnTo>
                    <a:pt x="60794" y="1282"/>
                  </a:lnTo>
                  <a:lnTo>
                    <a:pt x="0" y="79387"/>
                  </a:lnTo>
                  <a:lnTo>
                    <a:pt x="228" y="84366"/>
                  </a:lnTo>
                  <a:lnTo>
                    <a:pt x="175741" y="272402"/>
                  </a:lnTo>
                  <a:lnTo>
                    <a:pt x="181914" y="272402"/>
                  </a:lnTo>
                  <a:lnTo>
                    <a:pt x="219608" y="231990"/>
                  </a:lnTo>
                  <a:lnTo>
                    <a:pt x="178816" y="231990"/>
                  </a:lnTo>
                  <a:lnTo>
                    <a:pt x="177361" y="227317"/>
                  </a:lnTo>
                  <a:lnTo>
                    <a:pt x="158407" y="227317"/>
                  </a:lnTo>
                  <a:lnTo>
                    <a:pt x="30695" y="90500"/>
                  </a:lnTo>
                  <a:lnTo>
                    <a:pt x="351677" y="90500"/>
                  </a:lnTo>
                  <a:lnTo>
                    <a:pt x="357403" y="84366"/>
                  </a:lnTo>
                  <a:lnTo>
                    <a:pt x="357619" y="79387"/>
                  </a:lnTo>
                  <a:lnTo>
                    <a:pt x="352170" y="72390"/>
                  </a:lnTo>
                  <a:lnTo>
                    <a:pt x="28384" y="72390"/>
                  </a:lnTo>
                  <a:lnTo>
                    <a:pt x="66205" y="23799"/>
                  </a:lnTo>
                  <a:lnTo>
                    <a:pt x="89132" y="23799"/>
                  </a:lnTo>
                  <a:lnTo>
                    <a:pt x="84696" y="18097"/>
                  </a:lnTo>
                  <a:lnTo>
                    <a:pt x="309912" y="18097"/>
                  </a:lnTo>
                  <a:lnTo>
                    <a:pt x="296824" y="1282"/>
                  </a:lnTo>
                  <a:lnTo>
                    <a:pt x="294195" y="0"/>
                  </a:lnTo>
                  <a:close/>
                </a:path>
                <a:path w="358139" h="272414">
                  <a:moveTo>
                    <a:pt x="241782" y="90500"/>
                  </a:moveTo>
                  <a:lnTo>
                    <a:pt x="222846" y="90500"/>
                  </a:lnTo>
                  <a:lnTo>
                    <a:pt x="178816" y="231990"/>
                  </a:lnTo>
                  <a:lnTo>
                    <a:pt x="219608" y="231990"/>
                  </a:lnTo>
                  <a:lnTo>
                    <a:pt x="223970" y="227317"/>
                  </a:lnTo>
                  <a:lnTo>
                    <a:pt x="199212" y="227317"/>
                  </a:lnTo>
                  <a:lnTo>
                    <a:pt x="241782" y="90500"/>
                  </a:lnTo>
                  <a:close/>
                </a:path>
                <a:path w="358139" h="272414">
                  <a:moveTo>
                    <a:pt x="134785" y="90500"/>
                  </a:moveTo>
                  <a:lnTo>
                    <a:pt x="115836" y="90500"/>
                  </a:lnTo>
                  <a:lnTo>
                    <a:pt x="158407" y="227317"/>
                  </a:lnTo>
                  <a:lnTo>
                    <a:pt x="177361" y="227317"/>
                  </a:lnTo>
                  <a:lnTo>
                    <a:pt x="134785" y="90500"/>
                  </a:lnTo>
                  <a:close/>
                </a:path>
                <a:path w="358139" h="272414">
                  <a:moveTo>
                    <a:pt x="351677" y="90500"/>
                  </a:moveTo>
                  <a:lnTo>
                    <a:pt x="326923" y="90500"/>
                  </a:lnTo>
                  <a:lnTo>
                    <a:pt x="199212" y="227317"/>
                  </a:lnTo>
                  <a:lnTo>
                    <a:pt x="223970" y="227317"/>
                  </a:lnTo>
                  <a:lnTo>
                    <a:pt x="351677" y="90500"/>
                  </a:lnTo>
                  <a:close/>
                </a:path>
                <a:path w="358139" h="272414">
                  <a:moveTo>
                    <a:pt x="89132" y="23799"/>
                  </a:moveTo>
                  <a:lnTo>
                    <a:pt x="66205" y="23799"/>
                  </a:lnTo>
                  <a:lnTo>
                    <a:pt x="104000" y="72390"/>
                  </a:lnTo>
                  <a:lnTo>
                    <a:pt x="141008" y="72390"/>
                  </a:lnTo>
                  <a:lnTo>
                    <a:pt x="145434" y="66700"/>
                  </a:lnTo>
                  <a:lnTo>
                    <a:pt x="122504" y="66700"/>
                  </a:lnTo>
                  <a:lnTo>
                    <a:pt x="89132" y="23799"/>
                  </a:lnTo>
                  <a:close/>
                </a:path>
                <a:path w="358139" h="272414">
                  <a:moveTo>
                    <a:pt x="201755" y="23799"/>
                  </a:moveTo>
                  <a:lnTo>
                    <a:pt x="178825" y="23799"/>
                  </a:lnTo>
                  <a:lnTo>
                    <a:pt x="216623" y="72390"/>
                  </a:lnTo>
                  <a:lnTo>
                    <a:pt x="253619" y="72390"/>
                  </a:lnTo>
                  <a:lnTo>
                    <a:pt x="258044" y="66700"/>
                  </a:lnTo>
                  <a:lnTo>
                    <a:pt x="235127" y="66700"/>
                  </a:lnTo>
                  <a:lnTo>
                    <a:pt x="201755" y="23799"/>
                  </a:lnTo>
                  <a:close/>
                </a:path>
                <a:path w="358139" h="272414">
                  <a:moveTo>
                    <a:pt x="314350" y="23799"/>
                  </a:moveTo>
                  <a:lnTo>
                    <a:pt x="291414" y="23799"/>
                  </a:lnTo>
                  <a:lnTo>
                    <a:pt x="329234" y="72390"/>
                  </a:lnTo>
                  <a:lnTo>
                    <a:pt x="352170" y="72390"/>
                  </a:lnTo>
                  <a:lnTo>
                    <a:pt x="314350" y="23799"/>
                  </a:lnTo>
                  <a:close/>
                </a:path>
                <a:path w="358139" h="272414">
                  <a:moveTo>
                    <a:pt x="197319" y="18097"/>
                  </a:moveTo>
                  <a:lnTo>
                    <a:pt x="160312" y="18097"/>
                  </a:lnTo>
                  <a:lnTo>
                    <a:pt x="122504" y="66700"/>
                  </a:lnTo>
                  <a:lnTo>
                    <a:pt x="145434" y="66700"/>
                  </a:lnTo>
                  <a:lnTo>
                    <a:pt x="178806" y="23799"/>
                  </a:lnTo>
                  <a:lnTo>
                    <a:pt x="201755" y="23799"/>
                  </a:lnTo>
                  <a:lnTo>
                    <a:pt x="197319" y="18097"/>
                  </a:lnTo>
                  <a:close/>
                </a:path>
                <a:path w="358139" h="272414">
                  <a:moveTo>
                    <a:pt x="309912" y="18097"/>
                  </a:moveTo>
                  <a:lnTo>
                    <a:pt x="272935" y="18097"/>
                  </a:lnTo>
                  <a:lnTo>
                    <a:pt x="235127" y="66700"/>
                  </a:lnTo>
                  <a:lnTo>
                    <a:pt x="258044" y="66700"/>
                  </a:lnTo>
                  <a:lnTo>
                    <a:pt x="291414" y="23799"/>
                  </a:lnTo>
                  <a:lnTo>
                    <a:pt x="314350" y="23799"/>
                  </a:lnTo>
                  <a:lnTo>
                    <a:pt x="309912" y="18097"/>
                  </a:lnTo>
                  <a:close/>
                </a:path>
              </a:pathLst>
            </a:custGeom>
            <a:solidFill>
              <a:srgbClr val="D2AE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6745" y="4100199"/>
              <a:ext cx="138444" cy="6586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753157" y="4069579"/>
              <a:ext cx="288925" cy="328295"/>
            </a:xfrm>
            <a:custGeom>
              <a:avLst/>
              <a:gdLst/>
              <a:ahLst/>
              <a:cxnLst/>
              <a:rect l="l" t="t" r="r" b="b"/>
              <a:pathLst>
                <a:path w="288925" h="328295">
                  <a:moveTo>
                    <a:pt x="5565" y="27292"/>
                  </a:moveTo>
                  <a:lnTo>
                    <a:pt x="48" y="90930"/>
                  </a:lnTo>
                  <a:lnTo>
                    <a:pt x="0" y="98442"/>
                  </a:lnTo>
                  <a:lnTo>
                    <a:pt x="6023" y="154303"/>
                  </a:lnTo>
                  <a:lnTo>
                    <a:pt x="19056" y="204482"/>
                  </a:lnTo>
                  <a:lnTo>
                    <a:pt x="38906" y="245871"/>
                  </a:lnTo>
                  <a:lnTo>
                    <a:pt x="65883" y="280020"/>
                  </a:lnTo>
                  <a:lnTo>
                    <a:pt x="100174" y="307315"/>
                  </a:lnTo>
                  <a:lnTo>
                    <a:pt x="141963" y="328142"/>
                  </a:lnTo>
                  <a:lnTo>
                    <a:pt x="169486" y="316382"/>
                  </a:lnTo>
                  <a:lnTo>
                    <a:pt x="144084" y="316382"/>
                  </a:lnTo>
                  <a:lnTo>
                    <a:pt x="105533" y="296732"/>
                  </a:lnTo>
                  <a:lnTo>
                    <a:pt x="73808" y="271046"/>
                  </a:lnTo>
                  <a:lnTo>
                    <a:pt x="48744" y="238978"/>
                  </a:lnTo>
                  <a:lnTo>
                    <a:pt x="30177" y="200179"/>
                  </a:lnTo>
                  <a:lnTo>
                    <a:pt x="17942" y="154303"/>
                  </a:lnTo>
                  <a:lnTo>
                    <a:pt x="11876" y="101001"/>
                  </a:lnTo>
                  <a:lnTo>
                    <a:pt x="11814" y="39928"/>
                  </a:lnTo>
                  <a:lnTo>
                    <a:pt x="43690" y="39762"/>
                  </a:lnTo>
                  <a:lnTo>
                    <a:pt x="79854" y="34605"/>
                  </a:lnTo>
                  <a:lnTo>
                    <a:pt x="103610" y="28445"/>
                  </a:lnTo>
                  <a:lnTo>
                    <a:pt x="37853" y="28445"/>
                  </a:lnTo>
                  <a:lnTo>
                    <a:pt x="7216" y="27546"/>
                  </a:lnTo>
                  <a:lnTo>
                    <a:pt x="5565" y="27292"/>
                  </a:lnTo>
                  <a:close/>
                </a:path>
                <a:path w="288925" h="328295">
                  <a:moveTo>
                    <a:pt x="174746" y="13385"/>
                  </a:moveTo>
                  <a:lnTo>
                    <a:pt x="144084" y="13385"/>
                  </a:lnTo>
                  <a:lnTo>
                    <a:pt x="173135" y="25475"/>
                  </a:lnTo>
                  <a:lnTo>
                    <a:pt x="208377" y="34605"/>
                  </a:lnTo>
                  <a:lnTo>
                    <a:pt x="244534" y="39762"/>
                  </a:lnTo>
                  <a:lnTo>
                    <a:pt x="276355" y="39928"/>
                  </a:lnTo>
                  <a:lnTo>
                    <a:pt x="276228" y="101001"/>
                  </a:lnTo>
                  <a:lnTo>
                    <a:pt x="270110" y="154303"/>
                  </a:lnTo>
                  <a:lnTo>
                    <a:pt x="257837" y="200179"/>
                  </a:lnTo>
                  <a:lnTo>
                    <a:pt x="239246" y="238978"/>
                  </a:lnTo>
                  <a:lnTo>
                    <a:pt x="214182" y="271046"/>
                  </a:lnTo>
                  <a:lnTo>
                    <a:pt x="182498" y="296732"/>
                  </a:lnTo>
                  <a:lnTo>
                    <a:pt x="144084" y="316382"/>
                  </a:lnTo>
                  <a:lnTo>
                    <a:pt x="169486" y="316382"/>
                  </a:lnTo>
                  <a:lnTo>
                    <a:pt x="212232" y="289784"/>
                  </a:lnTo>
                  <a:lnTo>
                    <a:pt x="238509" y="261899"/>
                  </a:lnTo>
                  <a:lnTo>
                    <a:pt x="259096" y="228131"/>
                  </a:lnTo>
                  <a:lnTo>
                    <a:pt x="274153" y="188420"/>
                  </a:lnTo>
                  <a:lnTo>
                    <a:pt x="283842" y="142706"/>
                  </a:lnTo>
                  <a:lnTo>
                    <a:pt x="288324" y="90930"/>
                  </a:lnTo>
                  <a:lnTo>
                    <a:pt x="287827" y="39928"/>
                  </a:lnTo>
                  <a:lnTo>
                    <a:pt x="287759" y="33032"/>
                  </a:lnTo>
                  <a:lnTo>
                    <a:pt x="287658" y="31368"/>
                  </a:lnTo>
                  <a:lnTo>
                    <a:pt x="286858" y="29832"/>
                  </a:lnTo>
                  <a:lnTo>
                    <a:pt x="285142" y="28445"/>
                  </a:lnTo>
                  <a:lnTo>
                    <a:pt x="250410" y="28445"/>
                  </a:lnTo>
                  <a:lnTo>
                    <a:pt x="213801" y="23702"/>
                  </a:lnTo>
                  <a:lnTo>
                    <a:pt x="177620" y="14585"/>
                  </a:lnTo>
                  <a:lnTo>
                    <a:pt x="174746" y="13385"/>
                  </a:lnTo>
                  <a:close/>
                </a:path>
                <a:path w="288925" h="328295">
                  <a:moveTo>
                    <a:pt x="146015" y="0"/>
                  </a:moveTo>
                  <a:lnTo>
                    <a:pt x="142154" y="0"/>
                  </a:lnTo>
                  <a:lnTo>
                    <a:pt x="139716" y="2362"/>
                  </a:lnTo>
                  <a:lnTo>
                    <a:pt x="110608" y="14585"/>
                  </a:lnTo>
                  <a:lnTo>
                    <a:pt x="74485" y="23702"/>
                  </a:lnTo>
                  <a:lnTo>
                    <a:pt x="37853" y="28445"/>
                  </a:lnTo>
                  <a:lnTo>
                    <a:pt x="103610" y="28445"/>
                  </a:lnTo>
                  <a:lnTo>
                    <a:pt x="115066" y="25475"/>
                  </a:lnTo>
                  <a:lnTo>
                    <a:pt x="144084" y="13385"/>
                  </a:lnTo>
                  <a:lnTo>
                    <a:pt x="174746" y="13385"/>
                  </a:lnTo>
                  <a:lnTo>
                    <a:pt x="148453" y="2362"/>
                  </a:lnTo>
                  <a:lnTo>
                    <a:pt x="146015" y="0"/>
                  </a:lnTo>
                  <a:close/>
                </a:path>
                <a:path w="288925" h="328295">
                  <a:moveTo>
                    <a:pt x="282603" y="27292"/>
                  </a:moveTo>
                  <a:lnTo>
                    <a:pt x="280965" y="27546"/>
                  </a:lnTo>
                  <a:lnTo>
                    <a:pt x="250110" y="28445"/>
                  </a:lnTo>
                  <a:lnTo>
                    <a:pt x="285142" y="28445"/>
                  </a:lnTo>
                  <a:lnTo>
                    <a:pt x="284280" y="27749"/>
                  </a:lnTo>
                  <a:lnTo>
                    <a:pt x="282603" y="27292"/>
                  </a:lnTo>
                  <a:close/>
                </a:path>
              </a:pathLst>
            </a:custGeom>
            <a:solidFill>
              <a:srgbClr val="D2AE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9416" y="4144246"/>
              <a:ext cx="155714" cy="1480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7265" y="4130119"/>
              <a:ext cx="57139" cy="85724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6071" y="4130119"/>
              <a:ext cx="57150" cy="85725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016660" y="4478032"/>
            <a:ext cx="1781810" cy="5822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1205"/>
              </a:lnSpc>
              <a:spcBef>
                <a:spcPts val="125"/>
              </a:spcBef>
            </a:pPr>
            <a:r>
              <a:rPr dirty="0" sz="1100" b="1">
                <a:solidFill>
                  <a:srgbClr val="D2AE6C"/>
                </a:solidFill>
                <a:latin typeface="Archivo Condensed"/>
                <a:cs typeface="Archivo Condensed"/>
              </a:rPr>
              <a:t>Core</a:t>
            </a:r>
            <a:r>
              <a:rPr dirty="0" sz="1100" spc="30" b="1">
                <a:solidFill>
                  <a:srgbClr val="D2AE6C"/>
                </a:solidFill>
                <a:latin typeface="Archivo Condensed"/>
                <a:cs typeface="Archivo Condensed"/>
              </a:rPr>
              <a:t> </a:t>
            </a:r>
            <a:r>
              <a:rPr dirty="0" sz="1100" spc="-10" b="1">
                <a:solidFill>
                  <a:srgbClr val="D2AE6C"/>
                </a:solidFill>
                <a:latin typeface="Archivo Condensed"/>
                <a:cs typeface="Archivo Condensed"/>
              </a:rPr>
              <a:t>Values</a:t>
            </a:r>
            <a:endParaRPr sz="1100">
              <a:latin typeface="Archivo Condensed"/>
              <a:cs typeface="Archivo Condensed"/>
            </a:endParaRPr>
          </a:p>
          <a:p>
            <a:pPr algn="ctr" marR="19685">
              <a:lnSpc>
                <a:spcPts val="955"/>
              </a:lnSpc>
            </a:pP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Faith</a:t>
            </a:r>
            <a:r>
              <a:rPr dirty="0" sz="900" spc="-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in God</a:t>
            </a:r>
            <a:r>
              <a:rPr dirty="0" sz="900" spc="-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| Moral</a:t>
            </a:r>
            <a:r>
              <a:rPr dirty="0" sz="900" spc="-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Uprightness</a:t>
            </a:r>
            <a:endParaRPr sz="900">
              <a:latin typeface="Archivo Condensed"/>
              <a:cs typeface="Archivo Condensed"/>
            </a:endParaRPr>
          </a:p>
          <a:p>
            <a:pPr algn="ctr">
              <a:lnSpc>
                <a:spcPts val="1070"/>
              </a:lnSpc>
            </a:pP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Love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of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 Fellow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Beings</a:t>
            </a:r>
            <a:r>
              <a:rPr dirty="0" sz="900" spc="-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|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Social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 Responsibility</a:t>
            </a:r>
            <a:endParaRPr sz="900">
              <a:latin typeface="Archivo Condensed"/>
              <a:cs typeface="Archivo Condensed"/>
            </a:endParaRPr>
          </a:p>
          <a:p>
            <a:pPr algn="ctr" marR="11430">
              <a:lnSpc>
                <a:spcPct val="100000"/>
              </a:lnSpc>
              <a:spcBef>
                <a:spcPts val="45"/>
              </a:spcBef>
            </a:pP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Pursuit</a:t>
            </a:r>
            <a:r>
              <a:rPr dirty="0" sz="900" spc="-15">
                <a:solidFill>
                  <a:srgbClr val="FFFFFF"/>
                </a:solidFill>
                <a:latin typeface="Archivo Condensed"/>
                <a:cs typeface="Archivo Condensed"/>
              </a:rPr>
              <a:t> </a:t>
            </a:r>
            <a:r>
              <a:rPr dirty="0" sz="900">
                <a:solidFill>
                  <a:srgbClr val="FFFFFF"/>
                </a:solidFill>
                <a:latin typeface="Archivo Condensed"/>
                <a:cs typeface="Archivo Condensed"/>
              </a:rPr>
              <a:t>of</a:t>
            </a:r>
            <a:r>
              <a:rPr dirty="0" sz="900" spc="-10">
                <a:solidFill>
                  <a:srgbClr val="FFFFFF"/>
                </a:solidFill>
                <a:latin typeface="Archivo Condensed"/>
                <a:cs typeface="Archivo Condensed"/>
              </a:rPr>
              <a:t> Excellence</a:t>
            </a:r>
            <a:endParaRPr sz="900">
              <a:latin typeface="Archivo Condensed"/>
              <a:cs typeface="Archiv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810" y="1320164"/>
            <a:ext cx="7901305" cy="19621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b="1">
                <a:solidFill>
                  <a:srgbClr val="000080"/>
                </a:solidFill>
                <a:latin typeface="Roboto"/>
                <a:cs typeface="Roboto"/>
              </a:rPr>
              <a:t>Goal</a:t>
            </a:r>
            <a:r>
              <a:rPr dirty="0" sz="1400" spc="40" b="1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000080"/>
                </a:solidFill>
                <a:latin typeface="Roboto"/>
                <a:cs typeface="Roboto"/>
              </a:rPr>
              <a:t>of</a:t>
            </a:r>
            <a:r>
              <a:rPr dirty="0" sz="1400" spc="45" b="1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000080"/>
                </a:solidFill>
                <a:latin typeface="Roboto"/>
                <a:cs typeface="Roboto"/>
              </a:rPr>
              <a:t>the</a:t>
            </a:r>
            <a:r>
              <a:rPr dirty="0" sz="1400" spc="40" b="1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000080"/>
                </a:solidFill>
                <a:latin typeface="Roboto"/>
                <a:cs typeface="Roboto"/>
              </a:rPr>
              <a:t>centre</a:t>
            </a:r>
            <a:endParaRPr sz="1400">
              <a:latin typeface="Roboto"/>
              <a:cs typeface="Roboto"/>
            </a:endParaRPr>
          </a:p>
          <a:p>
            <a:pPr marL="255904" marR="392430" indent="-243840">
              <a:lnSpc>
                <a:spcPct val="155200"/>
              </a:lnSpc>
              <a:spcBef>
                <a:spcPts val="115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CQTCS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aims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to</a:t>
            </a:r>
            <a:r>
              <a:rPr dirty="0" sz="1250" spc="1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establish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</a:t>
            </a:r>
            <a:r>
              <a:rPr dirty="0" sz="1250" spc="19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international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level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world-leading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research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centre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dedicated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to</a:t>
            </a:r>
            <a:r>
              <a:rPr dirty="0" sz="1250" spc="1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advancing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foundational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applied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research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</a:t>
            </a:r>
            <a:r>
              <a:rPr dirty="0" sz="125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science,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engineering,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complex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systems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dynamics.</a:t>
            </a:r>
            <a:endParaRPr sz="1250">
              <a:latin typeface="Roboto"/>
              <a:cs typeface="Roboto"/>
            </a:endParaRPr>
          </a:p>
          <a:p>
            <a:pPr marL="255904" marR="5080" indent="-243204">
              <a:lnSpc>
                <a:spcPct val="155200"/>
              </a:lnSpc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Centre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will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train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the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next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generation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of</a:t>
            </a:r>
            <a:r>
              <a:rPr dirty="0" sz="1250" spc="11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physicists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interdisciplinary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researchers,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provide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support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25">
                <a:solidFill>
                  <a:srgbClr val="000080"/>
                </a:solidFill>
                <a:latin typeface="Roboto"/>
                <a:cs typeface="Roboto"/>
              </a:rPr>
              <a:t>for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innovation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7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technologies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7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complex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systems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Centre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will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foster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international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collaborations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6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partnerships.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This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centre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follows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the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pattern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of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the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world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class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institution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Max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Planck,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Germany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8" name="object 8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016250" marR="5080" indent="-2164715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Roboto"/>
                <a:cs typeface="Roboto"/>
              </a:rPr>
              <a:t>CENTER</a:t>
            </a:r>
            <a:r>
              <a:rPr dirty="0" sz="2000" spc="5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FOR</a:t>
            </a:r>
            <a:r>
              <a:rPr dirty="0" sz="2000" spc="6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QUANTUM TECHNOLOGIESAND</a:t>
            </a:r>
            <a:r>
              <a:rPr dirty="0" sz="2000" spc="6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COMPLEX </a:t>
            </a:r>
            <a:r>
              <a:rPr dirty="0" sz="2000">
                <a:latin typeface="Roboto"/>
                <a:cs typeface="Roboto"/>
              </a:rPr>
              <a:t>SYSTEMS</a:t>
            </a:r>
            <a:r>
              <a:rPr dirty="0" sz="2000" spc="7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(CQTCS)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2056" y="1173691"/>
            <a:ext cx="8385809" cy="476250"/>
            <a:chOff x="372056" y="1173691"/>
            <a:chExt cx="8385809" cy="47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056" y="1173691"/>
              <a:ext cx="2695575" cy="476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3622" y="1212399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197332" y="0"/>
                  </a:moveTo>
                  <a:lnTo>
                    <a:pt x="152083" y="5211"/>
                  </a:lnTo>
                  <a:lnTo>
                    <a:pt x="110547" y="20055"/>
                  </a:lnTo>
                  <a:lnTo>
                    <a:pt x="73907" y="43349"/>
                  </a:lnTo>
                  <a:lnTo>
                    <a:pt x="43349" y="73907"/>
                  </a:lnTo>
                  <a:lnTo>
                    <a:pt x="20055" y="110547"/>
                  </a:lnTo>
                  <a:lnTo>
                    <a:pt x="5211" y="152083"/>
                  </a:lnTo>
                  <a:lnTo>
                    <a:pt x="0" y="197332"/>
                  </a:lnTo>
                  <a:lnTo>
                    <a:pt x="5211" y="242582"/>
                  </a:lnTo>
                  <a:lnTo>
                    <a:pt x="20055" y="284120"/>
                  </a:lnTo>
                  <a:lnTo>
                    <a:pt x="43349" y="320762"/>
                  </a:lnTo>
                  <a:lnTo>
                    <a:pt x="73907" y="351323"/>
                  </a:lnTo>
                  <a:lnTo>
                    <a:pt x="110547" y="374619"/>
                  </a:lnTo>
                  <a:lnTo>
                    <a:pt x="152083" y="389465"/>
                  </a:lnTo>
                  <a:lnTo>
                    <a:pt x="197332" y="394677"/>
                  </a:lnTo>
                  <a:lnTo>
                    <a:pt x="242577" y="389465"/>
                  </a:lnTo>
                  <a:lnTo>
                    <a:pt x="284112" y="374619"/>
                  </a:lnTo>
                  <a:lnTo>
                    <a:pt x="320751" y="351323"/>
                  </a:lnTo>
                  <a:lnTo>
                    <a:pt x="351311" y="320762"/>
                  </a:lnTo>
                  <a:lnTo>
                    <a:pt x="374607" y="284120"/>
                  </a:lnTo>
                  <a:lnTo>
                    <a:pt x="389453" y="242582"/>
                  </a:lnTo>
                  <a:lnTo>
                    <a:pt x="394665" y="197332"/>
                  </a:lnTo>
                  <a:lnTo>
                    <a:pt x="389453" y="152083"/>
                  </a:lnTo>
                  <a:lnTo>
                    <a:pt x="374607" y="110547"/>
                  </a:lnTo>
                  <a:lnTo>
                    <a:pt x="351311" y="73907"/>
                  </a:lnTo>
                  <a:lnTo>
                    <a:pt x="320751" y="43349"/>
                  </a:lnTo>
                  <a:lnTo>
                    <a:pt x="284112" y="20055"/>
                  </a:lnTo>
                  <a:lnTo>
                    <a:pt x="242577" y="5211"/>
                  </a:lnTo>
                  <a:lnTo>
                    <a:pt x="197332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3622" y="1212399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394665" y="197332"/>
                  </a:moveTo>
                  <a:lnTo>
                    <a:pt x="389453" y="242582"/>
                  </a:lnTo>
                  <a:lnTo>
                    <a:pt x="374607" y="284120"/>
                  </a:lnTo>
                  <a:lnTo>
                    <a:pt x="351311" y="320762"/>
                  </a:lnTo>
                  <a:lnTo>
                    <a:pt x="320751" y="351323"/>
                  </a:lnTo>
                  <a:lnTo>
                    <a:pt x="284112" y="374619"/>
                  </a:lnTo>
                  <a:lnTo>
                    <a:pt x="242577" y="389465"/>
                  </a:lnTo>
                  <a:lnTo>
                    <a:pt x="197332" y="394677"/>
                  </a:lnTo>
                  <a:lnTo>
                    <a:pt x="152083" y="389465"/>
                  </a:lnTo>
                  <a:lnTo>
                    <a:pt x="110547" y="374619"/>
                  </a:lnTo>
                  <a:lnTo>
                    <a:pt x="73907" y="351323"/>
                  </a:lnTo>
                  <a:lnTo>
                    <a:pt x="43349" y="320762"/>
                  </a:lnTo>
                  <a:lnTo>
                    <a:pt x="20055" y="284120"/>
                  </a:lnTo>
                  <a:lnTo>
                    <a:pt x="5211" y="242582"/>
                  </a:lnTo>
                  <a:lnTo>
                    <a:pt x="0" y="197332"/>
                  </a:lnTo>
                  <a:lnTo>
                    <a:pt x="5211" y="152083"/>
                  </a:lnTo>
                  <a:lnTo>
                    <a:pt x="20055" y="110547"/>
                  </a:lnTo>
                  <a:lnTo>
                    <a:pt x="43349" y="73907"/>
                  </a:lnTo>
                  <a:lnTo>
                    <a:pt x="73907" y="43349"/>
                  </a:lnTo>
                  <a:lnTo>
                    <a:pt x="110547" y="20055"/>
                  </a:lnTo>
                  <a:lnTo>
                    <a:pt x="152083" y="5211"/>
                  </a:lnTo>
                  <a:lnTo>
                    <a:pt x="197332" y="0"/>
                  </a:lnTo>
                  <a:lnTo>
                    <a:pt x="242577" y="5211"/>
                  </a:lnTo>
                  <a:lnTo>
                    <a:pt x="284112" y="20055"/>
                  </a:lnTo>
                  <a:lnTo>
                    <a:pt x="320751" y="43349"/>
                  </a:lnTo>
                  <a:lnTo>
                    <a:pt x="351311" y="73907"/>
                  </a:lnTo>
                  <a:lnTo>
                    <a:pt x="374607" y="110547"/>
                  </a:lnTo>
                  <a:lnTo>
                    <a:pt x="389453" y="152083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3534" y="1282320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76452" y="217703"/>
                  </a:moveTo>
                  <a:lnTo>
                    <a:pt x="78386" y="217703"/>
                  </a:lnTo>
                  <a:lnTo>
                    <a:pt x="79857" y="218528"/>
                  </a:lnTo>
                  <a:lnTo>
                    <a:pt x="85191" y="221310"/>
                  </a:lnTo>
                  <a:lnTo>
                    <a:pt x="90766" y="223608"/>
                  </a:lnTo>
                  <a:lnTo>
                    <a:pt x="96520" y="225399"/>
                  </a:lnTo>
                  <a:lnTo>
                    <a:pt x="98323" y="225932"/>
                  </a:lnTo>
                  <a:lnTo>
                    <a:pt x="99695" y="227393"/>
                  </a:lnTo>
                  <a:lnTo>
                    <a:pt x="100114" y="229222"/>
                  </a:lnTo>
                  <a:lnTo>
                    <a:pt x="102793" y="243471"/>
                  </a:lnTo>
                  <a:lnTo>
                    <a:pt x="104063" y="250062"/>
                  </a:lnTo>
                  <a:lnTo>
                    <a:pt x="109829" y="254825"/>
                  </a:lnTo>
                  <a:lnTo>
                    <a:pt x="145008" y="254825"/>
                  </a:lnTo>
                  <a:lnTo>
                    <a:pt x="150774" y="250062"/>
                  </a:lnTo>
                  <a:lnTo>
                    <a:pt x="152044" y="243471"/>
                  </a:lnTo>
                  <a:lnTo>
                    <a:pt x="154724" y="229222"/>
                  </a:lnTo>
                  <a:lnTo>
                    <a:pt x="155143" y="227393"/>
                  </a:lnTo>
                  <a:lnTo>
                    <a:pt x="156514" y="225932"/>
                  </a:lnTo>
                  <a:lnTo>
                    <a:pt x="158318" y="225399"/>
                  </a:lnTo>
                  <a:lnTo>
                    <a:pt x="164071" y="223608"/>
                  </a:lnTo>
                  <a:lnTo>
                    <a:pt x="169646" y="221310"/>
                  </a:lnTo>
                  <a:lnTo>
                    <a:pt x="174980" y="218528"/>
                  </a:lnTo>
                  <a:lnTo>
                    <a:pt x="176452" y="217703"/>
                  </a:lnTo>
                  <a:close/>
                </a:path>
                <a:path w="255270" h="255269">
                  <a:moveTo>
                    <a:pt x="57188" y="24180"/>
                  </a:moveTo>
                  <a:lnTo>
                    <a:pt x="49758" y="24891"/>
                  </a:lnTo>
                  <a:lnTo>
                    <a:pt x="24892" y="49758"/>
                  </a:lnTo>
                  <a:lnTo>
                    <a:pt x="24312" y="55923"/>
                  </a:lnTo>
                  <a:lnTo>
                    <a:pt x="24193" y="57188"/>
                  </a:lnTo>
                  <a:lnTo>
                    <a:pt x="27927" y="62737"/>
                  </a:lnTo>
                  <a:lnTo>
                    <a:pt x="36169" y="74853"/>
                  </a:lnTo>
                  <a:lnTo>
                    <a:pt x="37122" y="76365"/>
                  </a:lnTo>
                  <a:lnTo>
                    <a:pt x="37172" y="78282"/>
                  </a:lnTo>
                  <a:lnTo>
                    <a:pt x="36309" y="79857"/>
                  </a:lnTo>
                  <a:lnTo>
                    <a:pt x="33515" y="85191"/>
                  </a:lnTo>
                  <a:lnTo>
                    <a:pt x="31216" y="90766"/>
                  </a:lnTo>
                  <a:lnTo>
                    <a:pt x="29438" y="96507"/>
                  </a:lnTo>
                  <a:lnTo>
                    <a:pt x="29022" y="97915"/>
                  </a:lnTo>
                  <a:lnTo>
                    <a:pt x="28905" y="98310"/>
                  </a:lnTo>
                  <a:lnTo>
                    <a:pt x="27444" y="99694"/>
                  </a:lnTo>
                  <a:lnTo>
                    <a:pt x="25615" y="100114"/>
                  </a:lnTo>
                  <a:lnTo>
                    <a:pt x="4775" y="104063"/>
                  </a:lnTo>
                  <a:lnTo>
                    <a:pt x="0" y="109829"/>
                  </a:lnTo>
                  <a:lnTo>
                    <a:pt x="0" y="145008"/>
                  </a:lnTo>
                  <a:lnTo>
                    <a:pt x="4775" y="150761"/>
                  </a:lnTo>
                  <a:lnTo>
                    <a:pt x="25615" y="154724"/>
                  </a:lnTo>
                  <a:lnTo>
                    <a:pt x="27444" y="155130"/>
                  </a:lnTo>
                  <a:lnTo>
                    <a:pt x="28905" y="156514"/>
                  </a:lnTo>
                  <a:lnTo>
                    <a:pt x="29438" y="158318"/>
                  </a:lnTo>
                  <a:lnTo>
                    <a:pt x="31216" y="164058"/>
                  </a:lnTo>
                  <a:lnTo>
                    <a:pt x="33515" y="169633"/>
                  </a:lnTo>
                  <a:lnTo>
                    <a:pt x="36309" y="174967"/>
                  </a:lnTo>
                  <a:lnTo>
                    <a:pt x="37172" y="176542"/>
                  </a:lnTo>
                  <a:lnTo>
                    <a:pt x="37122" y="178460"/>
                  </a:lnTo>
                  <a:lnTo>
                    <a:pt x="36169" y="179984"/>
                  </a:lnTo>
                  <a:lnTo>
                    <a:pt x="27927" y="192087"/>
                  </a:lnTo>
                  <a:lnTo>
                    <a:pt x="24193" y="197650"/>
                  </a:lnTo>
                  <a:lnTo>
                    <a:pt x="24892" y="205079"/>
                  </a:lnTo>
                  <a:lnTo>
                    <a:pt x="49758" y="229946"/>
                  </a:lnTo>
                  <a:lnTo>
                    <a:pt x="57188" y="230644"/>
                  </a:lnTo>
                  <a:lnTo>
                    <a:pt x="74853" y="218668"/>
                  </a:lnTo>
                  <a:lnTo>
                    <a:pt x="76377" y="217703"/>
                  </a:lnTo>
                  <a:lnTo>
                    <a:pt x="217346" y="217703"/>
                  </a:lnTo>
                  <a:lnTo>
                    <a:pt x="229946" y="205079"/>
                  </a:lnTo>
                  <a:lnTo>
                    <a:pt x="230187" y="202514"/>
                  </a:lnTo>
                  <a:lnTo>
                    <a:pt x="127419" y="202514"/>
                  </a:lnTo>
                  <a:lnTo>
                    <a:pt x="116390" y="201994"/>
                  </a:lnTo>
                  <a:lnTo>
                    <a:pt x="77789" y="192087"/>
                  </a:lnTo>
                  <a:lnTo>
                    <a:pt x="68541" y="145795"/>
                  </a:lnTo>
                  <a:lnTo>
                    <a:pt x="71716" y="139230"/>
                  </a:lnTo>
                  <a:lnTo>
                    <a:pt x="96789" y="119532"/>
                  </a:lnTo>
                  <a:lnTo>
                    <a:pt x="112882" y="119532"/>
                  </a:lnTo>
                  <a:lnTo>
                    <a:pt x="101058" y="107448"/>
                  </a:lnTo>
                  <a:lnTo>
                    <a:pt x="95788" y="89230"/>
                  </a:lnTo>
                  <a:lnTo>
                    <a:pt x="97789" y="69481"/>
                  </a:lnTo>
                  <a:lnTo>
                    <a:pt x="100628" y="62932"/>
                  </a:lnTo>
                  <a:lnTo>
                    <a:pt x="105213" y="57673"/>
                  </a:lnTo>
                  <a:lnTo>
                    <a:pt x="111159" y="54029"/>
                  </a:lnTo>
                  <a:lnTo>
                    <a:pt x="118084" y="52323"/>
                  </a:lnTo>
                  <a:lnTo>
                    <a:pt x="230187" y="52323"/>
                  </a:lnTo>
                  <a:lnTo>
                    <a:pt x="229946" y="49758"/>
                  </a:lnTo>
                  <a:lnTo>
                    <a:pt x="217398" y="37172"/>
                  </a:lnTo>
                  <a:lnTo>
                    <a:pt x="76459" y="37172"/>
                  </a:lnTo>
                  <a:lnTo>
                    <a:pt x="74853" y="36169"/>
                  </a:lnTo>
                  <a:lnTo>
                    <a:pt x="57188" y="24180"/>
                  </a:lnTo>
                  <a:close/>
                </a:path>
                <a:path w="255270" h="255269">
                  <a:moveTo>
                    <a:pt x="217346" y="217703"/>
                  </a:moveTo>
                  <a:lnTo>
                    <a:pt x="178460" y="217703"/>
                  </a:lnTo>
                  <a:lnTo>
                    <a:pt x="179984" y="218668"/>
                  </a:lnTo>
                  <a:lnTo>
                    <a:pt x="197650" y="230644"/>
                  </a:lnTo>
                  <a:lnTo>
                    <a:pt x="205079" y="229946"/>
                  </a:lnTo>
                  <a:lnTo>
                    <a:pt x="217346" y="217703"/>
                  </a:lnTo>
                  <a:close/>
                </a:path>
                <a:path w="255270" h="255269">
                  <a:moveTo>
                    <a:pt x="254841" y="119532"/>
                  </a:moveTo>
                  <a:lnTo>
                    <a:pt x="158049" y="119532"/>
                  </a:lnTo>
                  <a:lnTo>
                    <a:pt x="162760" y="123228"/>
                  </a:lnTo>
                  <a:lnTo>
                    <a:pt x="177621" y="135034"/>
                  </a:lnTo>
                  <a:lnTo>
                    <a:pt x="184473" y="143822"/>
                  </a:lnTo>
                  <a:lnTo>
                    <a:pt x="186276" y="154724"/>
                  </a:lnTo>
                  <a:lnTo>
                    <a:pt x="186258" y="173926"/>
                  </a:lnTo>
                  <a:lnTo>
                    <a:pt x="149385" y="200613"/>
                  </a:lnTo>
                  <a:lnTo>
                    <a:pt x="127419" y="202514"/>
                  </a:lnTo>
                  <a:lnTo>
                    <a:pt x="230187" y="202514"/>
                  </a:lnTo>
                  <a:lnTo>
                    <a:pt x="230575" y="198383"/>
                  </a:lnTo>
                  <a:lnTo>
                    <a:pt x="230644" y="197650"/>
                  </a:lnTo>
                  <a:lnTo>
                    <a:pt x="226910" y="192087"/>
                  </a:lnTo>
                  <a:lnTo>
                    <a:pt x="218668" y="179984"/>
                  </a:lnTo>
                  <a:lnTo>
                    <a:pt x="217716" y="178460"/>
                  </a:lnTo>
                  <a:lnTo>
                    <a:pt x="217665" y="176542"/>
                  </a:lnTo>
                  <a:lnTo>
                    <a:pt x="218528" y="174967"/>
                  </a:lnTo>
                  <a:lnTo>
                    <a:pt x="221322" y="169633"/>
                  </a:lnTo>
                  <a:lnTo>
                    <a:pt x="223621" y="164058"/>
                  </a:lnTo>
                  <a:lnTo>
                    <a:pt x="225399" y="158318"/>
                  </a:lnTo>
                  <a:lnTo>
                    <a:pt x="225933" y="156514"/>
                  </a:lnTo>
                  <a:lnTo>
                    <a:pt x="227393" y="155130"/>
                  </a:lnTo>
                  <a:lnTo>
                    <a:pt x="229222" y="154724"/>
                  </a:lnTo>
                  <a:lnTo>
                    <a:pt x="250062" y="150761"/>
                  </a:lnTo>
                  <a:lnTo>
                    <a:pt x="254840" y="145008"/>
                  </a:lnTo>
                  <a:lnTo>
                    <a:pt x="254841" y="119532"/>
                  </a:lnTo>
                  <a:close/>
                </a:path>
                <a:path w="255270" h="255269">
                  <a:moveTo>
                    <a:pt x="112882" y="119532"/>
                  </a:moveTo>
                  <a:lnTo>
                    <a:pt x="103377" y="119532"/>
                  </a:lnTo>
                  <a:lnTo>
                    <a:pt x="107988" y="123228"/>
                  </a:lnTo>
                  <a:lnTo>
                    <a:pt x="117271" y="128250"/>
                  </a:lnTo>
                  <a:lnTo>
                    <a:pt x="127419" y="129924"/>
                  </a:lnTo>
                  <a:lnTo>
                    <a:pt x="137566" y="128250"/>
                  </a:lnTo>
                  <a:lnTo>
                    <a:pt x="146850" y="123228"/>
                  </a:lnTo>
                  <a:lnTo>
                    <a:pt x="133598" y="123228"/>
                  </a:lnTo>
                  <a:lnTo>
                    <a:pt x="113422" y="120084"/>
                  </a:lnTo>
                  <a:lnTo>
                    <a:pt x="112882" y="119532"/>
                  </a:lnTo>
                  <a:close/>
                </a:path>
                <a:path w="255270" h="255269">
                  <a:moveTo>
                    <a:pt x="230187" y="52323"/>
                  </a:moveTo>
                  <a:lnTo>
                    <a:pt x="136385" y="52323"/>
                  </a:lnTo>
                  <a:lnTo>
                    <a:pt x="147280" y="55923"/>
                  </a:lnTo>
                  <a:lnTo>
                    <a:pt x="154330" y="63415"/>
                  </a:lnTo>
                  <a:lnTo>
                    <a:pt x="158084" y="73610"/>
                  </a:lnTo>
                  <a:lnTo>
                    <a:pt x="159081" y="85191"/>
                  </a:lnTo>
                  <a:lnTo>
                    <a:pt x="159092" y="85318"/>
                  </a:lnTo>
                  <a:lnTo>
                    <a:pt x="157746" y="97915"/>
                  </a:lnTo>
                  <a:lnTo>
                    <a:pt x="152588" y="109485"/>
                  </a:lnTo>
                  <a:lnTo>
                    <a:pt x="144085" y="118413"/>
                  </a:lnTo>
                  <a:lnTo>
                    <a:pt x="132362" y="123228"/>
                  </a:lnTo>
                  <a:lnTo>
                    <a:pt x="146850" y="123228"/>
                  </a:lnTo>
                  <a:lnTo>
                    <a:pt x="151460" y="119532"/>
                  </a:lnTo>
                  <a:lnTo>
                    <a:pt x="254841" y="119532"/>
                  </a:lnTo>
                  <a:lnTo>
                    <a:pt x="254838" y="109829"/>
                  </a:lnTo>
                  <a:lnTo>
                    <a:pt x="250062" y="104063"/>
                  </a:lnTo>
                  <a:lnTo>
                    <a:pt x="229222" y="100114"/>
                  </a:lnTo>
                  <a:lnTo>
                    <a:pt x="227393" y="99694"/>
                  </a:lnTo>
                  <a:lnTo>
                    <a:pt x="225933" y="98310"/>
                  </a:lnTo>
                  <a:lnTo>
                    <a:pt x="225399" y="96507"/>
                  </a:lnTo>
                  <a:lnTo>
                    <a:pt x="223621" y="90766"/>
                  </a:lnTo>
                  <a:lnTo>
                    <a:pt x="221375" y="85318"/>
                  </a:lnTo>
                  <a:lnTo>
                    <a:pt x="218528" y="79857"/>
                  </a:lnTo>
                  <a:lnTo>
                    <a:pt x="217665" y="78282"/>
                  </a:lnTo>
                  <a:lnTo>
                    <a:pt x="217716" y="76365"/>
                  </a:lnTo>
                  <a:lnTo>
                    <a:pt x="218668" y="74853"/>
                  </a:lnTo>
                  <a:lnTo>
                    <a:pt x="226910" y="62737"/>
                  </a:lnTo>
                  <a:lnTo>
                    <a:pt x="230644" y="57188"/>
                  </a:lnTo>
                  <a:lnTo>
                    <a:pt x="230187" y="52323"/>
                  </a:lnTo>
                  <a:close/>
                </a:path>
                <a:path w="255270" h="255269">
                  <a:moveTo>
                    <a:pt x="145008" y="0"/>
                  </a:moveTo>
                  <a:lnTo>
                    <a:pt x="109829" y="0"/>
                  </a:lnTo>
                  <a:lnTo>
                    <a:pt x="104063" y="4775"/>
                  </a:lnTo>
                  <a:lnTo>
                    <a:pt x="102793" y="11366"/>
                  </a:lnTo>
                  <a:lnTo>
                    <a:pt x="100114" y="25603"/>
                  </a:lnTo>
                  <a:lnTo>
                    <a:pt x="99695" y="27444"/>
                  </a:lnTo>
                  <a:lnTo>
                    <a:pt x="98323" y="28905"/>
                  </a:lnTo>
                  <a:lnTo>
                    <a:pt x="96520" y="29425"/>
                  </a:lnTo>
                  <a:lnTo>
                    <a:pt x="90766" y="31216"/>
                  </a:lnTo>
                  <a:lnTo>
                    <a:pt x="85191" y="33515"/>
                  </a:lnTo>
                  <a:lnTo>
                    <a:pt x="79857" y="36296"/>
                  </a:lnTo>
                  <a:lnTo>
                    <a:pt x="78295" y="37172"/>
                  </a:lnTo>
                  <a:lnTo>
                    <a:pt x="176542" y="37172"/>
                  </a:lnTo>
                  <a:lnTo>
                    <a:pt x="156514" y="28905"/>
                  </a:lnTo>
                  <a:lnTo>
                    <a:pt x="155143" y="27444"/>
                  </a:lnTo>
                  <a:lnTo>
                    <a:pt x="154724" y="25603"/>
                  </a:lnTo>
                  <a:lnTo>
                    <a:pt x="152044" y="11366"/>
                  </a:lnTo>
                  <a:lnTo>
                    <a:pt x="150774" y="4775"/>
                  </a:lnTo>
                  <a:lnTo>
                    <a:pt x="145008" y="0"/>
                  </a:lnTo>
                  <a:close/>
                </a:path>
                <a:path w="255270" h="255269">
                  <a:moveTo>
                    <a:pt x="197650" y="24180"/>
                  </a:moveTo>
                  <a:lnTo>
                    <a:pt x="179984" y="36169"/>
                  </a:lnTo>
                  <a:lnTo>
                    <a:pt x="178379" y="37172"/>
                  </a:lnTo>
                  <a:lnTo>
                    <a:pt x="217398" y="37172"/>
                  </a:lnTo>
                  <a:lnTo>
                    <a:pt x="205079" y="24891"/>
                  </a:lnTo>
                  <a:lnTo>
                    <a:pt x="197650" y="24180"/>
                  </a:lnTo>
                  <a:close/>
                </a:path>
              </a:pathLst>
            </a:custGeom>
            <a:solidFill>
              <a:srgbClr val="0A5D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179" y="1343748"/>
              <a:ext cx="99542" cy="1319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0858" y="1173691"/>
              <a:ext cx="3076575" cy="4762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74749" y="1292299"/>
            <a:ext cx="7809230" cy="222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44795" algn="l"/>
              </a:tabLst>
            </a:pP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Internal</a:t>
            </a:r>
            <a:r>
              <a:rPr dirty="0" sz="13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Administrative</a:t>
            </a:r>
            <a:r>
              <a:rPr dirty="0" sz="13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Board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dirty="0" baseline="4273" sz="1950" spc="-15">
                <a:solidFill>
                  <a:srgbClr val="FFFFFF"/>
                </a:solidFill>
                <a:latin typeface="Roboto"/>
                <a:cs typeface="Roboto"/>
              </a:rPr>
              <a:t>External</a:t>
            </a:r>
            <a:r>
              <a:rPr dirty="0" baseline="4273" sz="19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baseline="4273" sz="1950" spc="-15">
                <a:solidFill>
                  <a:srgbClr val="FFFFFF"/>
                </a:solidFill>
                <a:latin typeface="Roboto"/>
                <a:cs typeface="Roboto"/>
              </a:rPr>
              <a:t>Scientiﬁc</a:t>
            </a:r>
            <a:r>
              <a:rPr dirty="0" baseline="4273" sz="19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baseline="4273" sz="1950">
                <a:solidFill>
                  <a:srgbClr val="FFFFFF"/>
                </a:solidFill>
                <a:latin typeface="Roboto"/>
                <a:cs typeface="Roboto"/>
              </a:rPr>
              <a:t>Advisory</a:t>
            </a:r>
            <a:r>
              <a:rPr dirty="0" baseline="4273" sz="1950" spc="-22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baseline="4273" sz="1950" spc="-15">
                <a:solidFill>
                  <a:srgbClr val="FFFFFF"/>
                </a:solidFill>
                <a:latin typeface="Roboto"/>
                <a:cs typeface="Roboto"/>
              </a:rPr>
              <a:t>Board</a:t>
            </a:r>
            <a:endParaRPr baseline="4273" sz="19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92895" y="1202588"/>
            <a:ext cx="3738245" cy="1224280"/>
            <a:chOff x="3292895" y="1202588"/>
            <a:chExt cx="3738245" cy="1224280"/>
          </a:xfrm>
        </p:grpSpPr>
        <p:sp>
          <p:nvSpPr>
            <p:cNvPr id="11" name="object 11"/>
            <p:cNvSpPr/>
            <p:nvPr/>
          </p:nvSpPr>
          <p:spPr>
            <a:xfrm>
              <a:off x="5726563" y="121211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197319" y="0"/>
                  </a:moveTo>
                  <a:lnTo>
                    <a:pt x="152075" y="5211"/>
                  </a:lnTo>
                  <a:lnTo>
                    <a:pt x="110542" y="20055"/>
                  </a:lnTo>
                  <a:lnTo>
                    <a:pt x="73905" y="43349"/>
                  </a:lnTo>
                  <a:lnTo>
                    <a:pt x="43348" y="73907"/>
                  </a:lnTo>
                  <a:lnTo>
                    <a:pt x="20055" y="110547"/>
                  </a:lnTo>
                  <a:lnTo>
                    <a:pt x="5211" y="152083"/>
                  </a:lnTo>
                  <a:lnTo>
                    <a:pt x="0" y="197332"/>
                  </a:lnTo>
                  <a:lnTo>
                    <a:pt x="5211" y="242582"/>
                  </a:lnTo>
                  <a:lnTo>
                    <a:pt x="20055" y="284120"/>
                  </a:lnTo>
                  <a:lnTo>
                    <a:pt x="43348" y="320762"/>
                  </a:lnTo>
                  <a:lnTo>
                    <a:pt x="73905" y="351323"/>
                  </a:lnTo>
                  <a:lnTo>
                    <a:pt x="110542" y="374619"/>
                  </a:lnTo>
                  <a:lnTo>
                    <a:pt x="152075" y="389465"/>
                  </a:lnTo>
                  <a:lnTo>
                    <a:pt x="197319" y="394677"/>
                  </a:lnTo>
                  <a:lnTo>
                    <a:pt x="242569" y="389465"/>
                  </a:lnTo>
                  <a:lnTo>
                    <a:pt x="284107" y="374619"/>
                  </a:lnTo>
                  <a:lnTo>
                    <a:pt x="320749" y="351323"/>
                  </a:lnTo>
                  <a:lnTo>
                    <a:pt x="351310" y="320762"/>
                  </a:lnTo>
                  <a:lnTo>
                    <a:pt x="374606" y="284120"/>
                  </a:lnTo>
                  <a:lnTo>
                    <a:pt x="389453" y="242582"/>
                  </a:lnTo>
                  <a:lnTo>
                    <a:pt x="394665" y="197332"/>
                  </a:lnTo>
                  <a:lnTo>
                    <a:pt x="389453" y="152083"/>
                  </a:lnTo>
                  <a:lnTo>
                    <a:pt x="374606" y="110547"/>
                  </a:lnTo>
                  <a:lnTo>
                    <a:pt x="351310" y="73907"/>
                  </a:lnTo>
                  <a:lnTo>
                    <a:pt x="320749" y="43349"/>
                  </a:lnTo>
                  <a:lnTo>
                    <a:pt x="284107" y="20055"/>
                  </a:lnTo>
                  <a:lnTo>
                    <a:pt x="242569" y="5211"/>
                  </a:lnTo>
                  <a:lnTo>
                    <a:pt x="197319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26563" y="1212113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394665" y="197332"/>
                  </a:moveTo>
                  <a:lnTo>
                    <a:pt x="389453" y="242582"/>
                  </a:lnTo>
                  <a:lnTo>
                    <a:pt x="374606" y="284120"/>
                  </a:lnTo>
                  <a:lnTo>
                    <a:pt x="351310" y="320762"/>
                  </a:lnTo>
                  <a:lnTo>
                    <a:pt x="320749" y="351323"/>
                  </a:lnTo>
                  <a:lnTo>
                    <a:pt x="284107" y="374619"/>
                  </a:lnTo>
                  <a:lnTo>
                    <a:pt x="242569" y="389465"/>
                  </a:lnTo>
                  <a:lnTo>
                    <a:pt x="197319" y="394677"/>
                  </a:lnTo>
                  <a:lnTo>
                    <a:pt x="152075" y="389465"/>
                  </a:lnTo>
                  <a:lnTo>
                    <a:pt x="110542" y="374619"/>
                  </a:lnTo>
                  <a:lnTo>
                    <a:pt x="73905" y="351323"/>
                  </a:lnTo>
                  <a:lnTo>
                    <a:pt x="43348" y="320762"/>
                  </a:lnTo>
                  <a:lnTo>
                    <a:pt x="20055" y="284120"/>
                  </a:lnTo>
                  <a:lnTo>
                    <a:pt x="5211" y="242582"/>
                  </a:lnTo>
                  <a:lnTo>
                    <a:pt x="0" y="197332"/>
                  </a:lnTo>
                  <a:lnTo>
                    <a:pt x="5211" y="152083"/>
                  </a:lnTo>
                  <a:lnTo>
                    <a:pt x="20055" y="110547"/>
                  </a:lnTo>
                  <a:lnTo>
                    <a:pt x="43348" y="73907"/>
                  </a:lnTo>
                  <a:lnTo>
                    <a:pt x="73905" y="43349"/>
                  </a:lnTo>
                  <a:lnTo>
                    <a:pt x="110542" y="20055"/>
                  </a:lnTo>
                  <a:lnTo>
                    <a:pt x="152075" y="5211"/>
                  </a:lnTo>
                  <a:lnTo>
                    <a:pt x="197319" y="0"/>
                  </a:lnTo>
                  <a:lnTo>
                    <a:pt x="242569" y="5211"/>
                  </a:lnTo>
                  <a:lnTo>
                    <a:pt x="284107" y="20055"/>
                  </a:lnTo>
                  <a:lnTo>
                    <a:pt x="320749" y="43349"/>
                  </a:lnTo>
                  <a:lnTo>
                    <a:pt x="351310" y="73907"/>
                  </a:lnTo>
                  <a:lnTo>
                    <a:pt x="374606" y="110547"/>
                  </a:lnTo>
                  <a:lnTo>
                    <a:pt x="389453" y="152083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18916" y="1475684"/>
              <a:ext cx="135890" cy="61594"/>
            </a:xfrm>
            <a:custGeom>
              <a:avLst/>
              <a:gdLst/>
              <a:ahLst/>
              <a:cxnLst/>
              <a:rect l="l" t="t" r="r" b="b"/>
              <a:pathLst>
                <a:path w="135889" h="61594">
                  <a:moveTo>
                    <a:pt x="94335" y="0"/>
                  </a:moveTo>
                  <a:lnTo>
                    <a:pt x="41135" y="0"/>
                  </a:lnTo>
                  <a:lnTo>
                    <a:pt x="33392" y="719"/>
                  </a:lnTo>
                  <a:lnTo>
                    <a:pt x="959" y="32286"/>
                  </a:lnTo>
                  <a:lnTo>
                    <a:pt x="0" y="41122"/>
                  </a:lnTo>
                  <a:lnTo>
                    <a:pt x="0" y="61175"/>
                  </a:lnTo>
                  <a:lnTo>
                    <a:pt x="135458" y="60985"/>
                  </a:lnTo>
                  <a:lnTo>
                    <a:pt x="135458" y="41122"/>
                  </a:lnTo>
                  <a:lnTo>
                    <a:pt x="132220" y="25128"/>
                  </a:lnTo>
                  <a:lnTo>
                    <a:pt x="123397" y="12055"/>
                  </a:lnTo>
                  <a:lnTo>
                    <a:pt x="110324" y="3235"/>
                  </a:lnTo>
                  <a:lnTo>
                    <a:pt x="94335" y="0"/>
                  </a:lnTo>
                  <a:close/>
                </a:path>
              </a:pathLst>
            </a:custGeom>
            <a:solidFill>
              <a:srgbClr val="0A5D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3937" y="1389466"/>
              <a:ext cx="65354" cy="651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8355" y="1261531"/>
              <a:ext cx="174964" cy="1720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93394" y="1454684"/>
              <a:ext cx="133985" cy="61594"/>
            </a:xfrm>
            <a:custGeom>
              <a:avLst/>
              <a:gdLst/>
              <a:ahLst/>
              <a:cxnLst/>
              <a:rect l="l" t="t" r="r" b="b"/>
              <a:pathLst>
                <a:path w="133985" h="61594">
                  <a:moveTo>
                    <a:pt x="94399" y="0"/>
                  </a:moveTo>
                  <a:lnTo>
                    <a:pt x="41122" y="0"/>
                  </a:lnTo>
                  <a:lnTo>
                    <a:pt x="25133" y="3237"/>
                  </a:lnTo>
                  <a:lnTo>
                    <a:pt x="12060" y="12060"/>
                  </a:lnTo>
                  <a:lnTo>
                    <a:pt x="3237" y="25133"/>
                  </a:lnTo>
                  <a:lnTo>
                    <a:pt x="0" y="41122"/>
                  </a:lnTo>
                  <a:lnTo>
                    <a:pt x="0" y="61188"/>
                  </a:lnTo>
                  <a:lnTo>
                    <a:pt x="119087" y="61048"/>
                  </a:lnTo>
                  <a:lnTo>
                    <a:pt x="120154" y="51935"/>
                  </a:lnTo>
                  <a:lnTo>
                    <a:pt x="122894" y="43329"/>
                  </a:lnTo>
                  <a:lnTo>
                    <a:pt x="127221" y="35413"/>
                  </a:lnTo>
                  <a:lnTo>
                    <a:pt x="133375" y="28041"/>
                  </a:lnTo>
                  <a:lnTo>
                    <a:pt x="127428" y="16641"/>
                  </a:lnTo>
                  <a:lnTo>
                    <a:pt x="118440" y="7781"/>
                  </a:lnTo>
                  <a:lnTo>
                    <a:pt x="107175" y="2041"/>
                  </a:lnTo>
                  <a:lnTo>
                    <a:pt x="94399" y="0"/>
                  </a:lnTo>
                  <a:close/>
                </a:path>
              </a:pathLst>
            </a:custGeom>
            <a:solidFill>
              <a:srgbClr val="0A5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54652" y="1644972"/>
              <a:ext cx="1362075" cy="554990"/>
            </a:xfrm>
            <a:custGeom>
              <a:avLst/>
              <a:gdLst/>
              <a:ahLst/>
              <a:cxnLst/>
              <a:rect l="l" t="t" r="r" b="b"/>
              <a:pathLst>
                <a:path w="1362075" h="554989">
                  <a:moveTo>
                    <a:pt x="1361884" y="0"/>
                  </a:moveTo>
                  <a:lnTo>
                    <a:pt x="1361884" y="346583"/>
                  </a:lnTo>
                  <a:lnTo>
                    <a:pt x="1356381" y="394358"/>
                  </a:lnTo>
                  <a:lnTo>
                    <a:pt x="1340707" y="438213"/>
                  </a:lnTo>
                  <a:lnTo>
                    <a:pt x="1316111" y="476900"/>
                  </a:lnTo>
                  <a:lnTo>
                    <a:pt x="1283845" y="509166"/>
                  </a:lnTo>
                  <a:lnTo>
                    <a:pt x="1245159" y="533762"/>
                  </a:lnTo>
                  <a:lnTo>
                    <a:pt x="1201303" y="549436"/>
                  </a:lnTo>
                  <a:lnTo>
                    <a:pt x="1153528" y="554939"/>
                  </a:lnTo>
                  <a:lnTo>
                    <a:pt x="0" y="554939"/>
                  </a:lnTo>
                </a:path>
              </a:pathLst>
            </a:custGeom>
            <a:ln w="28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65286" y="2089374"/>
              <a:ext cx="196850" cy="221615"/>
            </a:xfrm>
            <a:custGeom>
              <a:avLst/>
              <a:gdLst/>
              <a:ahLst/>
              <a:cxnLst/>
              <a:rect l="l" t="t" r="r" b="b"/>
              <a:pathLst>
                <a:path w="196850" h="221614">
                  <a:moveTo>
                    <a:pt x="196583" y="0"/>
                  </a:moveTo>
                  <a:lnTo>
                    <a:pt x="0" y="110540"/>
                  </a:lnTo>
                  <a:lnTo>
                    <a:pt x="196583" y="221068"/>
                  </a:lnTo>
                  <a:lnTo>
                    <a:pt x="196583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2895" y="1950034"/>
              <a:ext cx="2162173" cy="47623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94024" y="2058386"/>
            <a:ext cx="1410970" cy="222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Center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Coordinator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81597" y="3067711"/>
            <a:ext cx="1838325" cy="47625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10951" y="1630367"/>
            <a:ext cx="3940810" cy="1913889"/>
            <a:chOff x="610951" y="1630367"/>
            <a:chExt cx="3940810" cy="1913889"/>
          </a:xfrm>
        </p:grpSpPr>
        <p:sp>
          <p:nvSpPr>
            <p:cNvPr id="23" name="object 23"/>
            <p:cNvSpPr/>
            <p:nvPr/>
          </p:nvSpPr>
          <p:spPr>
            <a:xfrm>
              <a:off x="3413237" y="1988325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197319" y="0"/>
                  </a:moveTo>
                  <a:lnTo>
                    <a:pt x="152075" y="5211"/>
                  </a:lnTo>
                  <a:lnTo>
                    <a:pt x="110542" y="20058"/>
                  </a:lnTo>
                  <a:lnTo>
                    <a:pt x="73905" y="43353"/>
                  </a:lnTo>
                  <a:lnTo>
                    <a:pt x="43348" y="73913"/>
                  </a:lnTo>
                  <a:lnTo>
                    <a:pt x="20055" y="110552"/>
                  </a:lnTo>
                  <a:lnTo>
                    <a:pt x="5211" y="152087"/>
                  </a:lnTo>
                  <a:lnTo>
                    <a:pt x="0" y="197332"/>
                  </a:lnTo>
                  <a:lnTo>
                    <a:pt x="5211" y="242577"/>
                  </a:lnTo>
                  <a:lnTo>
                    <a:pt x="20055" y="284112"/>
                  </a:lnTo>
                  <a:lnTo>
                    <a:pt x="43348" y="320751"/>
                  </a:lnTo>
                  <a:lnTo>
                    <a:pt x="73905" y="351311"/>
                  </a:lnTo>
                  <a:lnTo>
                    <a:pt x="110542" y="374607"/>
                  </a:lnTo>
                  <a:lnTo>
                    <a:pt x="152075" y="389453"/>
                  </a:lnTo>
                  <a:lnTo>
                    <a:pt x="197319" y="394665"/>
                  </a:lnTo>
                  <a:lnTo>
                    <a:pt x="242569" y="389453"/>
                  </a:lnTo>
                  <a:lnTo>
                    <a:pt x="284107" y="374607"/>
                  </a:lnTo>
                  <a:lnTo>
                    <a:pt x="320749" y="351311"/>
                  </a:lnTo>
                  <a:lnTo>
                    <a:pt x="351310" y="320751"/>
                  </a:lnTo>
                  <a:lnTo>
                    <a:pt x="374606" y="284112"/>
                  </a:lnTo>
                  <a:lnTo>
                    <a:pt x="389453" y="242577"/>
                  </a:lnTo>
                  <a:lnTo>
                    <a:pt x="394665" y="197332"/>
                  </a:lnTo>
                  <a:lnTo>
                    <a:pt x="389453" y="152087"/>
                  </a:lnTo>
                  <a:lnTo>
                    <a:pt x="374606" y="110552"/>
                  </a:lnTo>
                  <a:lnTo>
                    <a:pt x="351310" y="73913"/>
                  </a:lnTo>
                  <a:lnTo>
                    <a:pt x="320749" y="43353"/>
                  </a:lnTo>
                  <a:lnTo>
                    <a:pt x="284107" y="20058"/>
                  </a:lnTo>
                  <a:lnTo>
                    <a:pt x="242569" y="5211"/>
                  </a:lnTo>
                  <a:lnTo>
                    <a:pt x="197319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13237" y="1988325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69">
                  <a:moveTo>
                    <a:pt x="394665" y="197332"/>
                  </a:moveTo>
                  <a:lnTo>
                    <a:pt x="389453" y="242577"/>
                  </a:lnTo>
                  <a:lnTo>
                    <a:pt x="374606" y="284112"/>
                  </a:lnTo>
                  <a:lnTo>
                    <a:pt x="351310" y="320751"/>
                  </a:lnTo>
                  <a:lnTo>
                    <a:pt x="320749" y="351311"/>
                  </a:lnTo>
                  <a:lnTo>
                    <a:pt x="284107" y="374607"/>
                  </a:lnTo>
                  <a:lnTo>
                    <a:pt x="242569" y="389453"/>
                  </a:lnTo>
                  <a:lnTo>
                    <a:pt x="197319" y="394665"/>
                  </a:lnTo>
                  <a:lnTo>
                    <a:pt x="152075" y="389453"/>
                  </a:lnTo>
                  <a:lnTo>
                    <a:pt x="110542" y="374607"/>
                  </a:lnTo>
                  <a:lnTo>
                    <a:pt x="73905" y="351311"/>
                  </a:lnTo>
                  <a:lnTo>
                    <a:pt x="43348" y="320751"/>
                  </a:lnTo>
                  <a:lnTo>
                    <a:pt x="20055" y="284112"/>
                  </a:lnTo>
                  <a:lnTo>
                    <a:pt x="5211" y="242577"/>
                  </a:lnTo>
                  <a:lnTo>
                    <a:pt x="0" y="197332"/>
                  </a:lnTo>
                  <a:lnTo>
                    <a:pt x="5211" y="152087"/>
                  </a:lnTo>
                  <a:lnTo>
                    <a:pt x="20055" y="110552"/>
                  </a:lnTo>
                  <a:lnTo>
                    <a:pt x="43348" y="73913"/>
                  </a:lnTo>
                  <a:lnTo>
                    <a:pt x="73905" y="43353"/>
                  </a:lnTo>
                  <a:lnTo>
                    <a:pt x="110542" y="20058"/>
                  </a:lnTo>
                  <a:lnTo>
                    <a:pt x="152075" y="5211"/>
                  </a:lnTo>
                  <a:lnTo>
                    <a:pt x="197319" y="0"/>
                  </a:lnTo>
                  <a:lnTo>
                    <a:pt x="242569" y="5211"/>
                  </a:lnTo>
                  <a:lnTo>
                    <a:pt x="284107" y="20058"/>
                  </a:lnTo>
                  <a:lnTo>
                    <a:pt x="320749" y="43353"/>
                  </a:lnTo>
                  <a:lnTo>
                    <a:pt x="351310" y="73913"/>
                  </a:lnTo>
                  <a:lnTo>
                    <a:pt x="374606" y="110552"/>
                  </a:lnTo>
                  <a:lnTo>
                    <a:pt x="389453" y="152087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5796" y="2060897"/>
              <a:ext cx="249664" cy="2496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732131" y="1644972"/>
              <a:ext cx="1362075" cy="554990"/>
            </a:xfrm>
            <a:custGeom>
              <a:avLst/>
              <a:gdLst/>
              <a:ahLst/>
              <a:cxnLst/>
              <a:rect l="l" t="t" r="r" b="b"/>
              <a:pathLst>
                <a:path w="1362075" h="554989">
                  <a:moveTo>
                    <a:pt x="0" y="0"/>
                  </a:moveTo>
                  <a:lnTo>
                    <a:pt x="0" y="346583"/>
                  </a:lnTo>
                  <a:lnTo>
                    <a:pt x="5502" y="394358"/>
                  </a:lnTo>
                  <a:lnTo>
                    <a:pt x="21177" y="438213"/>
                  </a:lnTo>
                  <a:lnTo>
                    <a:pt x="45772" y="476900"/>
                  </a:lnTo>
                  <a:lnTo>
                    <a:pt x="78038" y="509166"/>
                  </a:lnTo>
                  <a:lnTo>
                    <a:pt x="116725" y="533762"/>
                  </a:lnTo>
                  <a:lnTo>
                    <a:pt x="160581" y="549436"/>
                  </a:lnTo>
                  <a:lnTo>
                    <a:pt x="208356" y="554939"/>
                  </a:lnTo>
                  <a:lnTo>
                    <a:pt x="1361897" y="554939"/>
                  </a:lnTo>
                </a:path>
              </a:pathLst>
            </a:custGeom>
            <a:ln w="28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86797" y="2089374"/>
              <a:ext cx="196850" cy="221615"/>
            </a:xfrm>
            <a:custGeom>
              <a:avLst/>
              <a:gdLst/>
              <a:ahLst/>
              <a:cxnLst/>
              <a:rect l="l" t="t" r="r" b="b"/>
              <a:pathLst>
                <a:path w="196850" h="221614">
                  <a:moveTo>
                    <a:pt x="0" y="0"/>
                  </a:moveTo>
                  <a:lnTo>
                    <a:pt x="0" y="221068"/>
                  </a:lnTo>
                  <a:lnTo>
                    <a:pt x="196583" y="110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443173" y="2421301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w="0" h="460375">
                  <a:moveTo>
                    <a:pt x="0" y="0"/>
                  </a:moveTo>
                  <a:lnTo>
                    <a:pt x="0" y="460362"/>
                  </a:lnTo>
                </a:path>
              </a:pathLst>
            </a:custGeom>
            <a:ln w="25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34418" y="2831597"/>
              <a:ext cx="217804" cy="190500"/>
            </a:xfrm>
            <a:custGeom>
              <a:avLst/>
              <a:gdLst/>
              <a:ahLst/>
              <a:cxnLst/>
              <a:rect l="l" t="t" r="r" b="b"/>
              <a:pathLst>
                <a:path w="217804" h="190500">
                  <a:moveTo>
                    <a:pt x="217309" y="0"/>
                  </a:moveTo>
                  <a:lnTo>
                    <a:pt x="0" y="0"/>
                  </a:lnTo>
                  <a:lnTo>
                    <a:pt x="108788" y="190080"/>
                  </a:lnTo>
                  <a:lnTo>
                    <a:pt x="217309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951" y="3067711"/>
              <a:ext cx="2438400" cy="47625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975927" y="3077484"/>
            <a:ext cx="1286510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20345">
              <a:lnSpc>
                <a:spcPct val="100000"/>
              </a:lnSpc>
              <a:spcBef>
                <a:spcPts val="90"/>
              </a:spcBef>
            </a:pP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Associated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Faculty</a:t>
            </a:r>
            <a:r>
              <a:rPr dirty="0" sz="1300" spc="-7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Members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29321" y="3096489"/>
            <a:ext cx="414020" cy="414020"/>
            <a:chOff x="3529321" y="3096489"/>
            <a:chExt cx="414020" cy="414020"/>
          </a:xfrm>
        </p:grpSpPr>
        <p:sp>
          <p:nvSpPr>
            <p:cNvPr id="33" name="object 33"/>
            <p:cNvSpPr/>
            <p:nvPr/>
          </p:nvSpPr>
          <p:spPr>
            <a:xfrm>
              <a:off x="3538846" y="3106014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197319" y="0"/>
                  </a:moveTo>
                  <a:lnTo>
                    <a:pt x="152075" y="5211"/>
                  </a:lnTo>
                  <a:lnTo>
                    <a:pt x="110542" y="20058"/>
                  </a:lnTo>
                  <a:lnTo>
                    <a:pt x="73905" y="43353"/>
                  </a:lnTo>
                  <a:lnTo>
                    <a:pt x="43348" y="73913"/>
                  </a:lnTo>
                  <a:lnTo>
                    <a:pt x="20055" y="110552"/>
                  </a:lnTo>
                  <a:lnTo>
                    <a:pt x="5211" y="152087"/>
                  </a:lnTo>
                  <a:lnTo>
                    <a:pt x="0" y="197332"/>
                  </a:lnTo>
                  <a:lnTo>
                    <a:pt x="5211" y="242577"/>
                  </a:lnTo>
                  <a:lnTo>
                    <a:pt x="20055" y="284112"/>
                  </a:lnTo>
                  <a:lnTo>
                    <a:pt x="43348" y="320751"/>
                  </a:lnTo>
                  <a:lnTo>
                    <a:pt x="73905" y="351311"/>
                  </a:lnTo>
                  <a:lnTo>
                    <a:pt x="110542" y="374607"/>
                  </a:lnTo>
                  <a:lnTo>
                    <a:pt x="152075" y="389453"/>
                  </a:lnTo>
                  <a:lnTo>
                    <a:pt x="197319" y="394665"/>
                  </a:lnTo>
                  <a:lnTo>
                    <a:pt x="242569" y="389453"/>
                  </a:lnTo>
                  <a:lnTo>
                    <a:pt x="284107" y="374607"/>
                  </a:lnTo>
                  <a:lnTo>
                    <a:pt x="320749" y="351311"/>
                  </a:lnTo>
                  <a:lnTo>
                    <a:pt x="351310" y="320751"/>
                  </a:lnTo>
                  <a:lnTo>
                    <a:pt x="374606" y="284112"/>
                  </a:lnTo>
                  <a:lnTo>
                    <a:pt x="389453" y="242577"/>
                  </a:lnTo>
                  <a:lnTo>
                    <a:pt x="394665" y="197332"/>
                  </a:lnTo>
                  <a:lnTo>
                    <a:pt x="389453" y="152087"/>
                  </a:lnTo>
                  <a:lnTo>
                    <a:pt x="374606" y="110552"/>
                  </a:lnTo>
                  <a:lnTo>
                    <a:pt x="351310" y="73913"/>
                  </a:lnTo>
                  <a:lnTo>
                    <a:pt x="320749" y="43353"/>
                  </a:lnTo>
                  <a:lnTo>
                    <a:pt x="284107" y="20058"/>
                  </a:lnTo>
                  <a:lnTo>
                    <a:pt x="242569" y="5211"/>
                  </a:lnTo>
                  <a:lnTo>
                    <a:pt x="197319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538846" y="3106014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394665" y="197332"/>
                  </a:moveTo>
                  <a:lnTo>
                    <a:pt x="389453" y="242577"/>
                  </a:lnTo>
                  <a:lnTo>
                    <a:pt x="374606" y="284112"/>
                  </a:lnTo>
                  <a:lnTo>
                    <a:pt x="351310" y="320751"/>
                  </a:lnTo>
                  <a:lnTo>
                    <a:pt x="320749" y="351311"/>
                  </a:lnTo>
                  <a:lnTo>
                    <a:pt x="284107" y="374607"/>
                  </a:lnTo>
                  <a:lnTo>
                    <a:pt x="242569" y="389453"/>
                  </a:lnTo>
                  <a:lnTo>
                    <a:pt x="197319" y="394665"/>
                  </a:lnTo>
                  <a:lnTo>
                    <a:pt x="152075" y="389453"/>
                  </a:lnTo>
                  <a:lnTo>
                    <a:pt x="110542" y="374607"/>
                  </a:lnTo>
                  <a:lnTo>
                    <a:pt x="73905" y="351311"/>
                  </a:lnTo>
                  <a:lnTo>
                    <a:pt x="43348" y="320751"/>
                  </a:lnTo>
                  <a:lnTo>
                    <a:pt x="20055" y="284112"/>
                  </a:lnTo>
                  <a:lnTo>
                    <a:pt x="5211" y="242577"/>
                  </a:lnTo>
                  <a:lnTo>
                    <a:pt x="0" y="197332"/>
                  </a:lnTo>
                  <a:lnTo>
                    <a:pt x="5211" y="152087"/>
                  </a:lnTo>
                  <a:lnTo>
                    <a:pt x="20055" y="110552"/>
                  </a:lnTo>
                  <a:lnTo>
                    <a:pt x="43348" y="73913"/>
                  </a:lnTo>
                  <a:lnTo>
                    <a:pt x="73905" y="43353"/>
                  </a:lnTo>
                  <a:lnTo>
                    <a:pt x="110542" y="20058"/>
                  </a:lnTo>
                  <a:lnTo>
                    <a:pt x="152075" y="5211"/>
                  </a:lnTo>
                  <a:lnTo>
                    <a:pt x="197319" y="0"/>
                  </a:lnTo>
                  <a:lnTo>
                    <a:pt x="242569" y="5211"/>
                  </a:lnTo>
                  <a:lnTo>
                    <a:pt x="284107" y="20058"/>
                  </a:lnTo>
                  <a:lnTo>
                    <a:pt x="320749" y="43353"/>
                  </a:lnTo>
                  <a:lnTo>
                    <a:pt x="351310" y="73913"/>
                  </a:lnTo>
                  <a:lnTo>
                    <a:pt x="374606" y="110552"/>
                  </a:lnTo>
                  <a:lnTo>
                    <a:pt x="389453" y="152087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3867" y="3167419"/>
              <a:ext cx="204597" cy="252501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116908" y="3085250"/>
            <a:ext cx="1884045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Group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Leaders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/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Regular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Faculty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Members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45118" y="3064929"/>
            <a:ext cx="7076440" cy="476250"/>
            <a:chOff x="645118" y="3064929"/>
            <a:chExt cx="7076440" cy="476250"/>
          </a:xfrm>
        </p:grpSpPr>
        <p:sp>
          <p:nvSpPr>
            <p:cNvPr id="38" name="object 38"/>
            <p:cNvSpPr/>
            <p:nvPr/>
          </p:nvSpPr>
          <p:spPr>
            <a:xfrm>
              <a:off x="654643" y="3113782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69" h="394970">
                  <a:moveTo>
                    <a:pt x="197332" y="0"/>
                  </a:moveTo>
                  <a:lnTo>
                    <a:pt x="152083" y="5211"/>
                  </a:lnTo>
                  <a:lnTo>
                    <a:pt x="110547" y="20058"/>
                  </a:lnTo>
                  <a:lnTo>
                    <a:pt x="73907" y="43353"/>
                  </a:lnTo>
                  <a:lnTo>
                    <a:pt x="43349" y="73913"/>
                  </a:lnTo>
                  <a:lnTo>
                    <a:pt x="20055" y="110552"/>
                  </a:lnTo>
                  <a:lnTo>
                    <a:pt x="5211" y="152087"/>
                  </a:lnTo>
                  <a:lnTo>
                    <a:pt x="0" y="197332"/>
                  </a:lnTo>
                  <a:lnTo>
                    <a:pt x="5211" y="242577"/>
                  </a:lnTo>
                  <a:lnTo>
                    <a:pt x="20055" y="284112"/>
                  </a:lnTo>
                  <a:lnTo>
                    <a:pt x="43349" y="320751"/>
                  </a:lnTo>
                  <a:lnTo>
                    <a:pt x="73907" y="351311"/>
                  </a:lnTo>
                  <a:lnTo>
                    <a:pt x="110547" y="374607"/>
                  </a:lnTo>
                  <a:lnTo>
                    <a:pt x="152083" y="389453"/>
                  </a:lnTo>
                  <a:lnTo>
                    <a:pt x="197332" y="394665"/>
                  </a:lnTo>
                  <a:lnTo>
                    <a:pt x="242577" y="389453"/>
                  </a:lnTo>
                  <a:lnTo>
                    <a:pt x="284112" y="374607"/>
                  </a:lnTo>
                  <a:lnTo>
                    <a:pt x="320751" y="351311"/>
                  </a:lnTo>
                  <a:lnTo>
                    <a:pt x="351311" y="320751"/>
                  </a:lnTo>
                  <a:lnTo>
                    <a:pt x="374607" y="284112"/>
                  </a:lnTo>
                  <a:lnTo>
                    <a:pt x="389453" y="242577"/>
                  </a:lnTo>
                  <a:lnTo>
                    <a:pt x="394665" y="197332"/>
                  </a:lnTo>
                  <a:lnTo>
                    <a:pt x="389453" y="152087"/>
                  </a:lnTo>
                  <a:lnTo>
                    <a:pt x="374607" y="110552"/>
                  </a:lnTo>
                  <a:lnTo>
                    <a:pt x="351311" y="73913"/>
                  </a:lnTo>
                  <a:lnTo>
                    <a:pt x="320751" y="43353"/>
                  </a:lnTo>
                  <a:lnTo>
                    <a:pt x="284112" y="20058"/>
                  </a:lnTo>
                  <a:lnTo>
                    <a:pt x="242577" y="5211"/>
                  </a:lnTo>
                  <a:lnTo>
                    <a:pt x="197332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54643" y="3113782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69" h="394970">
                  <a:moveTo>
                    <a:pt x="394665" y="197332"/>
                  </a:moveTo>
                  <a:lnTo>
                    <a:pt x="389453" y="242577"/>
                  </a:lnTo>
                  <a:lnTo>
                    <a:pt x="374607" y="284112"/>
                  </a:lnTo>
                  <a:lnTo>
                    <a:pt x="351311" y="320751"/>
                  </a:lnTo>
                  <a:lnTo>
                    <a:pt x="320751" y="351311"/>
                  </a:lnTo>
                  <a:lnTo>
                    <a:pt x="284112" y="374607"/>
                  </a:lnTo>
                  <a:lnTo>
                    <a:pt x="242577" y="389453"/>
                  </a:lnTo>
                  <a:lnTo>
                    <a:pt x="197332" y="394665"/>
                  </a:lnTo>
                  <a:lnTo>
                    <a:pt x="152083" y="389453"/>
                  </a:lnTo>
                  <a:lnTo>
                    <a:pt x="110547" y="374607"/>
                  </a:lnTo>
                  <a:lnTo>
                    <a:pt x="73907" y="351311"/>
                  </a:lnTo>
                  <a:lnTo>
                    <a:pt x="43349" y="320751"/>
                  </a:lnTo>
                  <a:lnTo>
                    <a:pt x="20055" y="284112"/>
                  </a:lnTo>
                  <a:lnTo>
                    <a:pt x="5211" y="242577"/>
                  </a:lnTo>
                  <a:lnTo>
                    <a:pt x="0" y="197332"/>
                  </a:lnTo>
                  <a:lnTo>
                    <a:pt x="5211" y="152087"/>
                  </a:lnTo>
                  <a:lnTo>
                    <a:pt x="20055" y="110552"/>
                  </a:lnTo>
                  <a:lnTo>
                    <a:pt x="43349" y="73913"/>
                  </a:lnTo>
                  <a:lnTo>
                    <a:pt x="73907" y="43353"/>
                  </a:lnTo>
                  <a:lnTo>
                    <a:pt x="110547" y="20058"/>
                  </a:lnTo>
                  <a:lnTo>
                    <a:pt x="152083" y="5211"/>
                  </a:lnTo>
                  <a:lnTo>
                    <a:pt x="197332" y="0"/>
                  </a:lnTo>
                  <a:lnTo>
                    <a:pt x="242577" y="5211"/>
                  </a:lnTo>
                  <a:lnTo>
                    <a:pt x="284112" y="20058"/>
                  </a:lnTo>
                  <a:lnTo>
                    <a:pt x="320751" y="43353"/>
                  </a:lnTo>
                  <a:lnTo>
                    <a:pt x="351311" y="73913"/>
                  </a:lnTo>
                  <a:lnTo>
                    <a:pt x="374607" y="110552"/>
                  </a:lnTo>
                  <a:lnTo>
                    <a:pt x="389453" y="152087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5749" y="3184865"/>
              <a:ext cx="252444" cy="2528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16498" y="3064929"/>
              <a:ext cx="1904987" cy="47624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319051" y="3173295"/>
            <a:ext cx="1331595" cy="222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Visiting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Scientists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840102" y="2609401"/>
            <a:ext cx="5191125" cy="1820545"/>
            <a:chOff x="1840102" y="2609401"/>
            <a:chExt cx="5191125" cy="1820545"/>
          </a:xfrm>
        </p:grpSpPr>
        <p:sp>
          <p:nvSpPr>
            <p:cNvPr id="44" name="object 44"/>
            <p:cNvSpPr/>
            <p:nvPr/>
          </p:nvSpPr>
          <p:spPr>
            <a:xfrm>
              <a:off x="5865659" y="3103401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197319" y="0"/>
                  </a:moveTo>
                  <a:lnTo>
                    <a:pt x="152075" y="5211"/>
                  </a:lnTo>
                  <a:lnTo>
                    <a:pt x="110542" y="20058"/>
                  </a:lnTo>
                  <a:lnTo>
                    <a:pt x="73905" y="43353"/>
                  </a:lnTo>
                  <a:lnTo>
                    <a:pt x="43348" y="73913"/>
                  </a:lnTo>
                  <a:lnTo>
                    <a:pt x="20055" y="110552"/>
                  </a:lnTo>
                  <a:lnTo>
                    <a:pt x="5211" y="152087"/>
                  </a:lnTo>
                  <a:lnTo>
                    <a:pt x="0" y="197332"/>
                  </a:lnTo>
                  <a:lnTo>
                    <a:pt x="5211" y="242577"/>
                  </a:lnTo>
                  <a:lnTo>
                    <a:pt x="20055" y="284112"/>
                  </a:lnTo>
                  <a:lnTo>
                    <a:pt x="43348" y="320751"/>
                  </a:lnTo>
                  <a:lnTo>
                    <a:pt x="73905" y="351311"/>
                  </a:lnTo>
                  <a:lnTo>
                    <a:pt x="110542" y="374607"/>
                  </a:lnTo>
                  <a:lnTo>
                    <a:pt x="152075" y="389453"/>
                  </a:lnTo>
                  <a:lnTo>
                    <a:pt x="197319" y="394665"/>
                  </a:lnTo>
                  <a:lnTo>
                    <a:pt x="242569" y="389453"/>
                  </a:lnTo>
                  <a:lnTo>
                    <a:pt x="284107" y="374607"/>
                  </a:lnTo>
                  <a:lnTo>
                    <a:pt x="320749" y="351311"/>
                  </a:lnTo>
                  <a:lnTo>
                    <a:pt x="351310" y="320751"/>
                  </a:lnTo>
                  <a:lnTo>
                    <a:pt x="374606" y="284112"/>
                  </a:lnTo>
                  <a:lnTo>
                    <a:pt x="389453" y="242577"/>
                  </a:lnTo>
                  <a:lnTo>
                    <a:pt x="394665" y="197332"/>
                  </a:lnTo>
                  <a:lnTo>
                    <a:pt x="389453" y="152087"/>
                  </a:lnTo>
                  <a:lnTo>
                    <a:pt x="374606" y="110552"/>
                  </a:lnTo>
                  <a:lnTo>
                    <a:pt x="351310" y="73913"/>
                  </a:lnTo>
                  <a:lnTo>
                    <a:pt x="320749" y="43353"/>
                  </a:lnTo>
                  <a:lnTo>
                    <a:pt x="284107" y="20058"/>
                  </a:lnTo>
                  <a:lnTo>
                    <a:pt x="242569" y="5211"/>
                  </a:lnTo>
                  <a:lnTo>
                    <a:pt x="197319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865659" y="3103401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394665" y="197332"/>
                  </a:moveTo>
                  <a:lnTo>
                    <a:pt x="389453" y="242577"/>
                  </a:lnTo>
                  <a:lnTo>
                    <a:pt x="374606" y="284112"/>
                  </a:lnTo>
                  <a:lnTo>
                    <a:pt x="351310" y="320751"/>
                  </a:lnTo>
                  <a:lnTo>
                    <a:pt x="320749" y="351311"/>
                  </a:lnTo>
                  <a:lnTo>
                    <a:pt x="284107" y="374607"/>
                  </a:lnTo>
                  <a:lnTo>
                    <a:pt x="242569" y="389453"/>
                  </a:lnTo>
                  <a:lnTo>
                    <a:pt x="197319" y="394665"/>
                  </a:lnTo>
                  <a:lnTo>
                    <a:pt x="152075" y="389453"/>
                  </a:lnTo>
                  <a:lnTo>
                    <a:pt x="110542" y="374607"/>
                  </a:lnTo>
                  <a:lnTo>
                    <a:pt x="73905" y="351311"/>
                  </a:lnTo>
                  <a:lnTo>
                    <a:pt x="43348" y="320751"/>
                  </a:lnTo>
                  <a:lnTo>
                    <a:pt x="20055" y="284112"/>
                  </a:lnTo>
                  <a:lnTo>
                    <a:pt x="5211" y="242577"/>
                  </a:lnTo>
                  <a:lnTo>
                    <a:pt x="0" y="197332"/>
                  </a:lnTo>
                  <a:lnTo>
                    <a:pt x="5211" y="152087"/>
                  </a:lnTo>
                  <a:lnTo>
                    <a:pt x="20055" y="110552"/>
                  </a:lnTo>
                  <a:lnTo>
                    <a:pt x="43348" y="73913"/>
                  </a:lnTo>
                  <a:lnTo>
                    <a:pt x="73905" y="43353"/>
                  </a:lnTo>
                  <a:lnTo>
                    <a:pt x="110542" y="20058"/>
                  </a:lnTo>
                  <a:lnTo>
                    <a:pt x="152075" y="5211"/>
                  </a:lnTo>
                  <a:lnTo>
                    <a:pt x="197319" y="0"/>
                  </a:lnTo>
                  <a:lnTo>
                    <a:pt x="242569" y="5211"/>
                  </a:lnTo>
                  <a:lnTo>
                    <a:pt x="284107" y="20058"/>
                  </a:lnTo>
                  <a:lnTo>
                    <a:pt x="320749" y="43353"/>
                  </a:lnTo>
                  <a:lnTo>
                    <a:pt x="351310" y="73913"/>
                  </a:lnTo>
                  <a:lnTo>
                    <a:pt x="374606" y="110552"/>
                  </a:lnTo>
                  <a:lnTo>
                    <a:pt x="389453" y="152087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36602" y="3174263"/>
              <a:ext cx="252768" cy="25272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840102" y="2831597"/>
              <a:ext cx="217804" cy="190500"/>
            </a:xfrm>
            <a:custGeom>
              <a:avLst/>
              <a:gdLst/>
              <a:ahLst/>
              <a:cxnLst/>
              <a:rect l="l" t="t" r="r" b="b"/>
              <a:pathLst>
                <a:path w="217805" h="190500">
                  <a:moveTo>
                    <a:pt x="217309" y="0"/>
                  </a:moveTo>
                  <a:lnTo>
                    <a:pt x="0" y="0"/>
                  </a:lnTo>
                  <a:lnTo>
                    <a:pt x="108788" y="190080"/>
                  </a:lnTo>
                  <a:lnTo>
                    <a:pt x="217309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935970" y="2636706"/>
              <a:ext cx="5006340" cy="0"/>
            </a:xfrm>
            <a:custGeom>
              <a:avLst/>
              <a:gdLst/>
              <a:ahLst/>
              <a:cxnLst/>
              <a:rect l="l" t="t" r="r" b="b"/>
              <a:pathLst>
                <a:path w="5006340" h="0">
                  <a:moveTo>
                    <a:pt x="0" y="0"/>
                  </a:moveTo>
                  <a:lnTo>
                    <a:pt x="500600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29598" y="2622419"/>
              <a:ext cx="0" cy="259715"/>
            </a:xfrm>
            <a:custGeom>
              <a:avLst/>
              <a:gdLst/>
              <a:ahLst/>
              <a:cxnLst/>
              <a:rect l="l" t="t" r="r" b="b"/>
              <a:pathLst>
                <a:path w="0" h="259714">
                  <a:moveTo>
                    <a:pt x="0" y="0"/>
                  </a:moveTo>
                  <a:lnTo>
                    <a:pt x="0" y="259245"/>
                  </a:lnTo>
                </a:path>
              </a:pathLst>
            </a:custGeom>
            <a:ln w="25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813671" y="2831597"/>
              <a:ext cx="217804" cy="190500"/>
            </a:xfrm>
            <a:custGeom>
              <a:avLst/>
              <a:gdLst/>
              <a:ahLst/>
              <a:cxnLst/>
              <a:rect l="l" t="t" r="r" b="b"/>
              <a:pathLst>
                <a:path w="217804" h="190500">
                  <a:moveTo>
                    <a:pt x="217309" y="0"/>
                  </a:moveTo>
                  <a:lnTo>
                    <a:pt x="0" y="0"/>
                  </a:lnTo>
                  <a:lnTo>
                    <a:pt x="108788" y="190080"/>
                  </a:lnTo>
                  <a:lnTo>
                    <a:pt x="217309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948858" y="2622419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w="0" h="209550">
                  <a:moveTo>
                    <a:pt x="0" y="0"/>
                  </a:moveTo>
                  <a:lnTo>
                    <a:pt x="0" y="209181"/>
                  </a:lnTo>
                </a:path>
              </a:pathLst>
            </a:custGeom>
            <a:ln w="257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36976" y="3953510"/>
              <a:ext cx="2466970" cy="476237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3631952" y="3963280"/>
            <a:ext cx="1894839" cy="420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PhD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Students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Postdocs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Research</a:t>
            </a:r>
            <a:r>
              <a:rPr dirty="0" sz="13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Assistants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0" y="0"/>
            <a:ext cx="8048625" cy="4396105"/>
            <a:chOff x="0" y="0"/>
            <a:chExt cx="8048625" cy="4396105"/>
          </a:xfrm>
        </p:grpSpPr>
        <p:sp>
          <p:nvSpPr>
            <p:cNvPr id="55" name="object 55"/>
            <p:cNvSpPr/>
            <p:nvPr/>
          </p:nvSpPr>
          <p:spPr>
            <a:xfrm>
              <a:off x="3190145" y="3991811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197319" y="0"/>
                  </a:moveTo>
                  <a:lnTo>
                    <a:pt x="152075" y="5211"/>
                  </a:lnTo>
                  <a:lnTo>
                    <a:pt x="110542" y="20058"/>
                  </a:lnTo>
                  <a:lnTo>
                    <a:pt x="73905" y="43353"/>
                  </a:lnTo>
                  <a:lnTo>
                    <a:pt x="43348" y="73913"/>
                  </a:lnTo>
                  <a:lnTo>
                    <a:pt x="20055" y="110552"/>
                  </a:lnTo>
                  <a:lnTo>
                    <a:pt x="5211" y="152087"/>
                  </a:lnTo>
                  <a:lnTo>
                    <a:pt x="0" y="197332"/>
                  </a:lnTo>
                  <a:lnTo>
                    <a:pt x="5211" y="242577"/>
                  </a:lnTo>
                  <a:lnTo>
                    <a:pt x="20055" y="284112"/>
                  </a:lnTo>
                  <a:lnTo>
                    <a:pt x="43348" y="320751"/>
                  </a:lnTo>
                  <a:lnTo>
                    <a:pt x="73905" y="351311"/>
                  </a:lnTo>
                  <a:lnTo>
                    <a:pt x="110542" y="374607"/>
                  </a:lnTo>
                  <a:lnTo>
                    <a:pt x="152075" y="389453"/>
                  </a:lnTo>
                  <a:lnTo>
                    <a:pt x="197319" y="394665"/>
                  </a:lnTo>
                  <a:lnTo>
                    <a:pt x="242569" y="389453"/>
                  </a:lnTo>
                  <a:lnTo>
                    <a:pt x="284107" y="374607"/>
                  </a:lnTo>
                  <a:lnTo>
                    <a:pt x="320749" y="351311"/>
                  </a:lnTo>
                  <a:lnTo>
                    <a:pt x="351310" y="320751"/>
                  </a:lnTo>
                  <a:lnTo>
                    <a:pt x="374606" y="284112"/>
                  </a:lnTo>
                  <a:lnTo>
                    <a:pt x="389453" y="242577"/>
                  </a:lnTo>
                  <a:lnTo>
                    <a:pt x="394665" y="197332"/>
                  </a:lnTo>
                  <a:lnTo>
                    <a:pt x="389453" y="152087"/>
                  </a:lnTo>
                  <a:lnTo>
                    <a:pt x="374606" y="110552"/>
                  </a:lnTo>
                  <a:lnTo>
                    <a:pt x="351310" y="73913"/>
                  </a:lnTo>
                  <a:lnTo>
                    <a:pt x="320749" y="43353"/>
                  </a:lnTo>
                  <a:lnTo>
                    <a:pt x="284107" y="20058"/>
                  </a:lnTo>
                  <a:lnTo>
                    <a:pt x="242569" y="5211"/>
                  </a:lnTo>
                  <a:lnTo>
                    <a:pt x="197319" y="0"/>
                  </a:lnTo>
                  <a:close/>
                </a:path>
              </a:pathLst>
            </a:custGeom>
            <a:solidFill>
              <a:srgbClr val="FFE3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190145" y="3991811"/>
              <a:ext cx="394970" cy="394970"/>
            </a:xfrm>
            <a:custGeom>
              <a:avLst/>
              <a:gdLst/>
              <a:ahLst/>
              <a:cxnLst/>
              <a:rect l="l" t="t" r="r" b="b"/>
              <a:pathLst>
                <a:path w="394970" h="394970">
                  <a:moveTo>
                    <a:pt x="394665" y="197332"/>
                  </a:moveTo>
                  <a:lnTo>
                    <a:pt x="389453" y="242577"/>
                  </a:lnTo>
                  <a:lnTo>
                    <a:pt x="374606" y="284112"/>
                  </a:lnTo>
                  <a:lnTo>
                    <a:pt x="351310" y="320751"/>
                  </a:lnTo>
                  <a:lnTo>
                    <a:pt x="320749" y="351311"/>
                  </a:lnTo>
                  <a:lnTo>
                    <a:pt x="284107" y="374607"/>
                  </a:lnTo>
                  <a:lnTo>
                    <a:pt x="242569" y="389453"/>
                  </a:lnTo>
                  <a:lnTo>
                    <a:pt x="197319" y="394665"/>
                  </a:lnTo>
                  <a:lnTo>
                    <a:pt x="152075" y="389453"/>
                  </a:lnTo>
                  <a:lnTo>
                    <a:pt x="110542" y="374607"/>
                  </a:lnTo>
                  <a:lnTo>
                    <a:pt x="73905" y="351311"/>
                  </a:lnTo>
                  <a:lnTo>
                    <a:pt x="43348" y="320751"/>
                  </a:lnTo>
                  <a:lnTo>
                    <a:pt x="20055" y="284112"/>
                  </a:lnTo>
                  <a:lnTo>
                    <a:pt x="5211" y="242577"/>
                  </a:lnTo>
                  <a:lnTo>
                    <a:pt x="0" y="197332"/>
                  </a:lnTo>
                  <a:lnTo>
                    <a:pt x="5211" y="152087"/>
                  </a:lnTo>
                  <a:lnTo>
                    <a:pt x="20055" y="110552"/>
                  </a:lnTo>
                  <a:lnTo>
                    <a:pt x="43348" y="73913"/>
                  </a:lnTo>
                  <a:lnTo>
                    <a:pt x="73905" y="43353"/>
                  </a:lnTo>
                  <a:lnTo>
                    <a:pt x="110542" y="20058"/>
                  </a:lnTo>
                  <a:lnTo>
                    <a:pt x="152075" y="5211"/>
                  </a:lnTo>
                  <a:lnTo>
                    <a:pt x="197319" y="0"/>
                  </a:lnTo>
                  <a:lnTo>
                    <a:pt x="242569" y="5211"/>
                  </a:lnTo>
                  <a:lnTo>
                    <a:pt x="284107" y="20058"/>
                  </a:lnTo>
                  <a:lnTo>
                    <a:pt x="320749" y="43353"/>
                  </a:lnTo>
                  <a:lnTo>
                    <a:pt x="351310" y="73913"/>
                  </a:lnTo>
                  <a:lnTo>
                    <a:pt x="374606" y="110552"/>
                  </a:lnTo>
                  <a:lnTo>
                    <a:pt x="389453" y="152087"/>
                  </a:lnTo>
                  <a:lnTo>
                    <a:pt x="394665" y="197332"/>
                  </a:lnTo>
                </a:path>
              </a:pathLst>
            </a:custGeom>
            <a:ln w="19050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233273" y="4092616"/>
              <a:ext cx="312420" cy="194945"/>
            </a:xfrm>
            <a:custGeom>
              <a:avLst/>
              <a:gdLst/>
              <a:ahLst/>
              <a:cxnLst/>
              <a:rect l="l" t="t" r="r" b="b"/>
              <a:pathLst>
                <a:path w="312420" h="194945">
                  <a:moveTo>
                    <a:pt x="226049" y="85831"/>
                  </a:moveTo>
                  <a:lnTo>
                    <a:pt x="93757" y="85831"/>
                  </a:lnTo>
                  <a:lnTo>
                    <a:pt x="76492" y="102709"/>
                  </a:lnTo>
                  <a:lnTo>
                    <a:pt x="76492" y="180522"/>
                  </a:lnTo>
                  <a:lnTo>
                    <a:pt x="83045" y="186082"/>
                  </a:lnTo>
                  <a:lnTo>
                    <a:pt x="100915" y="190623"/>
                  </a:lnTo>
                  <a:lnTo>
                    <a:pt x="127418" y="193686"/>
                  </a:lnTo>
                  <a:lnTo>
                    <a:pt x="159867" y="194810"/>
                  </a:lnTo>
                  <a:lnTo>
                    <a:pt x="192324" y="193686"/>
                  </a:lnTo>
                  <a:lnTo>
                    <a:pt x="218830" y="190623"/>
                  </a:lnTo>
                  <a:lnTo>
                    <a:pt x="236702" y="186082"/>
                  </a:lnTo>
                  <a:lnTo>
                    <a:pt x="239797" y="183456"/>
                  </a:lnTo>
                  <a:lnTo>
                    <a:pt x="159867" y="183456"/>
                  </a:lnTo>
                  <a:lnTo>
                    <a:pt x="131079" y="182502"/>
                  </a:lnTo>
                  <a:lnTo>
                    <a:pt x="107568" y="179900"/>
                  </a:lnTo>
                  <a:lnTo>
                    <a:pt x="91716" y="176041"/>
                  </a:lnTo>
                  <a:lnTo>
                    <a:pt x="85902" y="171315"/>
                  </a:lnTo>
                  <a:lnTo>
                    <a:pt x="91716" y="166596"/>
                  </a:lnTo>
                  <a:lnTo>
                    <a:pt x="107568" y="162740"/>
                  </a:lnTo>
                  <a:lnTo>
                    <a:pt x="131079" y="160140"/>
                  </a:lnTo>
                  <a:lnTo>
                    <a:pt x="159867" y="159186"/>
                  </a:lnTo>
                  <a:lnTo>
                    <a:pt x="243255" y="159186"/>
                  </a:lnTo>
                  <a:lnTo>
                    <a:pt x="243255" y="102709"/>
                  </a:lnTo>
                  <a:lnTo>
                    <a:pt x="226049" y="85831"/>
                  </a:lnTo>
                  <a:close/>
                </a:path>
                <a:path w="312420" h="194945">
                  <a:moveTo>
                    <a:pt x="243255" y="159186"/>
                  </a:moveTo>
                  <a:lnTo>
                    <a:pt x="159867" y="159186"/>
                  </a:lnTo>
                  <a:lnTo>
                    <a:pt x="188662" y="160140"/>
                  </a:lnTo>
                  <a:lnTo>
                    <a:pt x="212177" y="162740"/>
                  </a:lnTo>
                  <a:lnTo>
                    <a:pt x="228031" y="166596"/>
                  </a:lnTo>
                  <a:lnTo>
                    <a:pt x="233845" y="171315"/>
                  </a:lnTo>
                  <a:lnTo>
                    <a:pt x="228031" y="176041"/>
                  </a:lnTo>
                  <a:lnTo>
                    <a:pt x="212177" y="179900"/>
                  </a:lnTo>
                  <a:lnTo>
                    <a:pt x="188662" y="182502"/>
                  </a:lnTo>
                  <a:lnTo>
                    <a:pt x="159867" y="183456"/>
                  </a:lnTo>
                  <a:lnTo>
                    <a:pt x="239797" y="183456"/>
                  </a:lnTo>
                  <a:lnTo>
                    <a:pt x="243255" y="180522"/>
                  </a:lnTo>
                  <a:lnTo>
                    <a:pt x="243255" y="159186"/>
                  </a:lnTo>
                  <a:close/>
                </a:path>
                <a:path w="312420" h="194945">
                  <a:moveTo>
                    <a:pt x="15402" y="101261"/>
                  </a:moveTo>
                  <a:lnTo>
                    <a:pt x="14376" y="101261"/>
                  </a:lnTo>
                  <a:lnTo>
                    <a:pt x="12928" y="102214"/>
                  </a:lnTo>
                  <a:lnTo>
                    <a:pt x="12522" y="102963"/>
                  </a:lnTo>
                  <a:lnTo>
                    <a:pt x="12522" y="147515"/>
                  </a:lnTo>
                  <a:lnTo>
                    <a:pt x="5333" y="149344"/>
                  </a:lnTo>
                  <a:lnTo>
                    <a:pt x="0" y="155871"/>
                  </a:lnTo>
                  <a:lnTo>
                    <a:pt x="0" y="172826"/>
                  </a:lnTo>
                  <a:lnTo>
                    <a:pt x="7454" y="180281"/>
                  </a:lnTo>
                  <a:lnTo>
                    <a:pt x="25831" y="180281"/>
                  </a:lnTo>
                  <a:lnTo>
                    <a:pt x="33273" y="172826"/>
                  </a:lnTo>
                  <a:lnTo>
                    <a:pt x="33273" y="155871"/>
                  </a:lnTo>
                  <a:lnTo>
                    <a:pt x="27952" y="149344"/>
                  </a:lnTo>
                  <a:lnTo>
                    <a:pt x="20751" y="147515"/>
                  </a:lnTo>
                  <a:lnTo>
                    <a:pt x="20751" y="104182"/>
                  </a:lnTo>
                  <a:lnTo>
                    <a:pt x="20167" y="103306"/>
                  </a:lnTo>
                  <a:lnTo>
                    <a:pt x="15402" y="101261"/>
                  </a:lnTo>
                  <a:close/>
                </a:path>
                <a:path w="312420" h="194945">
                  <a:moveTo>
                    <a:pt x="159237" y="0"/>
                  </a:moveTo>
                  <a:lnTo>
                    <a:pt x="152208" y="1054"/>
                  </a:lnTo>
                  <a:lnTo>
                    <a:pt x="145808" y="3548"/>
                  </a:lnTo>
                  <a:lnTo>
                    <a:pt x="8458" y="79379"/>
                  </a:lnTo>
                  <a:lnTo>
                    <a:pt x="7480" y="85831"/>
                  </a:lnTo>
                  <a:lnTo>
                    <a:pt x="57122" y="113225"/>
                  </a:lnTo>
                  <a:lnTo>
                    <a:pt x="59282" y="113225"/>
                  </a:lnTo>
                  <a:lnTo>
                    <a:pt x="63271" y="110875"/>
                  </a:lnTo>
                  <a:lnTo>
                    <a:pt x="64388" y="108919"/>
                  </a:lnTo>
                  <a:lnTo>
                    <a:pt x="64501" y="102214"/>
                  </a:lnTo>
                  <a:lnTo>
                    <a:pt x="75939" y="81488"/>
                  </a:lnTo>
                  <a:lnTo>
                    <a:pt x="103144" y="69865"/>
                  </a:lnTo>
                  <a:lnTo>
                    <a:pt x="134838" y="64861"/>
                  </a:lnTo>
                  <a:lnTo>
                    <a:pt x="159854" y="63784"/>
                  </a:lnTo>
                  <a:lnTo>
                    <a:pt x="283029" y="63784"/>
                  </a:lnTo>
                  <a:lnTo>
                    <a:pt x="171780" y="2366"/>
                  </a:lnTo>
                  <a:lnTo>
                    <a:pt x="166045" y="424"/>
                  </a:lnTo>
                  <a:lnTo>
                    <a:pt x="159237" y="0"/>
                  </a:lnTo>
                  <a:close/>
                </a:path>
                <a:path w="312420" h="194945">
                  <a:moveTo>
                    <a:pt x="283029" y="63784"/>
                  </a:moveTo>
                  <a:lnTo>
                    <a:pt x="159854" y="63784"/>
                  </a:lnTo>
                  <a:lnTo>
                    <a:pt x="185537" y="64861"/>
                  </a:lnTo>
                  <a:lnTo>
                    <a:pt x="185068" y="64861"/>
                  </a:lnTo>
                  <a:lnTo>
                    <a:pt x="216936" y="69865"/>
                  </a:lnTo>
                  <a:lnTo>
                    <a:pt x="216725" y="69865"/>
                  </a:lnTo>
                  <a:lnTo>
                    <a:pt x="240274" y="79925"/>
                  </a:lnTo>
                  <a:lnTo>
                    <a:pt x="243838" y="81488"/>
                  </a:lnTo>
                  <a:lnTo>
                    <a:pt x="255247" y="102214"/>
                  </a:lnTo>
                  <a:lnTo>
                    <a:pt x="255358" y="108919"/>
                  </a:lnTo>
                  <a:lnTo>
                    <a:pt x="256476" y="110875"/>
                  </a:lnTo>
                  <a:lnTo>
                    <a:pt x="260465" y="113225"/>
                  </a:lnTo>
                  <a:lnTo>
                    <a:pt x="262648" y="113225"/>
                  </a:lnTo>
                  <a:lnTo>
                    <a:pt x="311302" y="86364"/>
                  </a:lnTo>
                  <a:lnTo>
                    <a:pt x="312267" y="79925"/>
                  </a:lnTo>
                  <a:lnTo>
                    <a:pt x="283029" y="63784"/>
                  </a:lnTo>
                  <a:close/>
                </a:path>
                <a:path w="312420" h="194945">
                  <a:moveTo>
                    <a:pt x="184697" y="77249"/>
                  </a:moveTo>
                  <a:lnTo>
                    <a:pt x="135192" y="77249"/>
                  </a:lnTo>
                  <a:lnTo>
                    <a:pt x="93466" y="85831"/>
                  </a:lnTo>
                  <a:lnTo>
                    <a:pt x="226568" y="85831"/>
                  </a:lnTo>
                  <a:lnTo>
                    <a:pt x="184697" y="77249"/>
                  </a:lnTo>
                  <a:close/>
                </a:path>
              </a:pathLst>
            </a:custGeom>
            <a:solidFill>
              <a:srgbClr val="0A5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805645" y="3538992"/>
              <a:ext cx="1137285" cy="636905"/>
            </a:xfrm>
            <a:custGeom>
              <a:avLst/>
              <a:gdLst/>
              <a:ahLst/>
              <a:cxnLst/>
              <a:rect l="l" t="t" r="r" b="b"/>
              <a:pathLst>
                <a:path w="1137285" h="636904">
                  <a:moveTo>
                    <a:pt x="0" y="0"/>
                  </a:moveTo>
                  <a:lnTo>
                    <a:pt x="0" y="428167"/>
                  </a:lnTo>
                  <a:lnTo>
                    <a:pt x="5502" y="475942"/>
                  </a:lnTo>
                  <a:lnTo>
                    <a:pt x="21177" y="519798"/>
                  </a:lnTo>
                  <a:lnTo>
                    <a:pt x="45772" y="558485"/>
                  </a:lnTo>
                  <a:lnTo>
                    <a:pt x="78038" y="590751"/>
                  </a:lnTo>
                  <a:lnTo>
                    <a:pt x="116725" y="615346"/>
                  </a:lnTo>
                  <a:lnTo>
                    <a:pt x="160581" y="631021"/>
                  </a:lnTo>
                  <a:lnTo>
                    <a:pt x="208356" y="636524"/>
                  </a:lnTo>
                  <a:lnTo>
                    <a:pt x="1137018" y="636524"/>
                  </a:lnTo>
                </a:path>
              </a:pathLst>
            </a:custGeom>
            <a:ln w="28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35441" y="4064979"/>
              <a:ext cx="196850" cy="221615"/>
            </a:xfrm>
            <a:custGeom>
              <a:avLst/>
              <a:gdLst/>
              <a:ahLst/>
              <a:cxnLst/>
              <a:rect l="l" t="t" r="r" b="b"/>
              <a:pathLst>
                <a:path w="196850" h="221614">
                  <a:moveTo>
                    <a:pt x="0" y="0"/>
                  </a:moveTo>
                  <a:lnTo>
                    <a:pt x="0" y="221068"/>
                  </a:lnTo>
                  <a:lnTo>
                    <a:pt x="196583" y="110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91019" y="3536210"/>
              <a:ext cx="1137285" cy="639445"/>
            </a:xfrm>
            <a:custGeom>
              <a:avLst/>
              <a:gdLst/>
              <a:ahLst/>
              <a:cxnLst/>
              <a:rect l="l" t="t" r="r" b="b"/>
              <a:pathLst>
                <a:path w="1137284" h="639445">
                  <a:moveTo>
                    <a:pt x="1137018" y="0"/>
                  </a:moveTo>
                  <a:lnTo>
                    <a:pt x="1137018" y="430949"/>
                  </a:lnTo>
                  <a:lnTo>
                    <a:pt x="1131515" y="478724"/>
                  </a:lnTo>
                  <a:lnTo>
                    <a:pt x="1115841" y="522580"/>
                  </a:lnTo>
                  <a:lnTo>
                    <a:pt x="1091245" y="561266"/>
                  </a:lnTo>
                  <a:lnTo>
                    <a:pt x="1058979" y="593532"/>
                  </a:lnTo>
                  <a:lnTo>
                    <a:pt x="1020293" y="618128"/>
                  </a:lnTo>
                  <a:lnTo>
                    <a:pt x="976437" y="633802"/>
                  </a:lnTo>
                  <a:lnTo>
                    <a:pt x="928662" y="639305"/>
                  </a:lnTo>
                  <a:lnTo>
                    <a:pt x="0" y="639305"/>
                  </a:lnTo>
                </a:path>
              </a:pathLst>
            </a:custGeom>
            <a:ln w="28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0"/>
              <a:ext cx="8048625" cy="4286250"/>
            </a:xfrm>
            <a:custGeom>
              <a:avLst/>
              <a:gdLst/>
              <a:ahLst/>
              <a:cxnLst/>
              <a:rect l="l" t="t" r="r" b="b"/>
              <a:pathLst>
                <a:path w="8048625" h="4286250">
                  <a:moveTo>
                    <a:pt x="5798236" y="4064990"/>
                  </a:moveTo>
                  <a:lnTo>
                    <a:pt x="5601652" y="4175531"/>
                  </a:lnTo>
                  <a:lnTo>
                    <a:pt x="5798236" y="4286059"/>
                  </a:lnTo>
                  <a:lnTo>
                    <a:pt x="5798236" y="4064990"/>
                  </a:lnTo>
                  <a:close/>
                </a:path>
                <a:path w="8048625" h="4286250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016250" marR="5080" indent="-2164715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Roboto"/>
                <a:cs typeface="Roboto"/>
              </a:rPr>
              <a:t>CENTER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FOR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QUANTUM</a:t>
            </a:r>
            <a:r>
              <a:rPr dirty="0" sz="2000" spc="-1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TECHNOLOGIES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AND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COMPLEX </a:t>
            </a:r>
            <a:r>
              <a:rPr dirty="0" sz="2000">
                <a:latin typeface="Roboto"/>
                <a:cs typeface="Roboto"/>
              </a:rPr>
              <a:t>SYSTEMS</a:t>
            </a:r>
            <a:r>
              <a:rPr dirty="0" sz="2000" spc="7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(CQTCS)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26998" y="103479"/>
            <a:ext cx="8508365" cy="5040630"/>
            <a:chOff x="626998" y="103479"/>
            <a:chExt cx="8508365" cy="5040630"/>
          </a:xfrm>
        </p:grpSpPr>
        <p:sp>
          <p:nvSpPr>
            <p:cNvPr id="65" name="object 65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004" y="1178623"/>
            <a:ext cx="8268334" cy="3137535"/>
            <a:chOff x="540004" y="1178623"/>
            <a:chExt cx="8268334" cy="3137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4153" y="1820595"/>
              <a:ext cx="2503804" cy="24952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004" y="1178623"/>
              <a:ext cx="8096250" cy="2781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7842" y="3989082"/>
            <a:ext cx="885825" cy="37084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80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Los</a:t>
            </a:r>
            <a:r>
              <a:rPr dirty="0" sz="110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Alamos </a:t>
            </a: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National</a:t>
            </a:r>
            <a:r>
              <a:rPr dirty="0" sz="110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000080"/>
                </a:solidFill>
                <a:latin typeface="Roboto"/>
                <a:cs typeface="Roboto"/>
              </a:rPr>
              <a:t>LAB,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542" y="4348172"/>
            <a:ext cx="271145" cy="168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65"/>
              </a:lnSpc>
            </a:pPr>
            <a:r>
              <a:rPr dirty="0" sz="1100" spc="-25">
                <a:solidFill>
                  <a:srgbClr val="000080"/>
                </a:solidFill>
                <a:latin typeface="Roboto"/>
                <a:cs typeface="Roboto"/>
              </a:rPr>
              <a:t>USA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292" y="4022725"/>
            <a:ext cx="980440" cy="369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0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PCS-IBS,</a:t>
            </a:r>
            <a:r>
              <a:rPr dirty="0" sz="1100" spc="8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000080"/>
                </a:solidFill>
                <a:latin typeface="Roboto"/>
                <a:cs typeface="Roboto"/>
              </a:rPr>
              <a:t>South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Korea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4753" y="4022725"/>
            <a:ext cx="1124585" cy="369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0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Uni.</a:t>
            </a:r>
            <a:r>
              <a:rPr dirty="0" sz="110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Luxembourg, Luxembourg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0357" y="4022725"/>
            <a:ext cx="107378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IIT</a:t>
            </a:r>
            <a:r>
              <a:rPr dirty="0" sz="1100" spc="-1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Madras,</a:t>
            </a:r>
            <a:r>
              <a:rPr dirty="0" sz="110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India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1515" y="4022725"/>
            <a:ext cx="109093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IISER</a:t>
            </a:r>
            <a:r>
              <a:rPr dirty="0" sz="1100" spc="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Pune,</a:t>
            </a:r>
            <a:r>
              <a:rPr dirty="0" sz="110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India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0972" y="4022725"/>
            <a:ext cx="901700" cy="369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0"/>
              </a:spcBef>
            </a:pPr>
            <a:r>
              <a:rPr dirty="0" sz="1100">
                <a:solidFill>
                  <a:srgbClr val="000080"/>
                </a:solidFill>
                <a:latin typeface="Roboto"/>
                <a:cs typeface="Roboto"/>
              </a:rPr>
              <a:t>TIFR</a:t>
            </a:r>
            <a:r>
              <a:rPr dirty="0" sz="1100" spc="1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000080"/>
                </a:solidFill>
                <a:latin typeface="Roboto"/>
                <a:cs typeface="Roboto"/>
              </a:rPr>
              <a:t>Mumbai, India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13" name="object 13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17" name="object 17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016250" marR="5080" indent="-2164715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Roboto"/>
                <a:cs typeface="Roboto"/>
              </a:rPr>
              <a:t>CENTER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FOR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QUANTUM</a:t>
            </a:r>
            <a:r>
              <a:rPr dirty="0" sz="2000" spc="-1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TECHNOLOGIES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AND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COMPLEX </a:t>
            </a:r>
            <a:r>
              <a:rPr dirty="0" sz="2000">
                <a:latin typeface="Roboto"/>
                <a:cs typeface="Roboto"/>
              </a:rPr>
              <a:t>SYSTEMS</a:t>
            </a:r>
            <a:r>
              <a:rPr dirty="0" sz="2000" spc="7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(CQTCS)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3" name="object 3"/>
            <p:cNvSpPr/>
            <p:nvPr/>
          </p:nvSpPr>
          <p:spPr>
            <a:xfrm>
              <a:off x="653340" y="4375162"/>
              <a:ext cx="878840" cy="768350"/>
            </a:xfrm>
            <a:custGeom>
              <a:avLst/>
              <a:gdLst/>
              <a:ahLst/>
              <a:cxnLst/>
              <a:rect l="l" t="t" r="r" b="b"/>
              <a:pathLst>
                <a:path w="878840" h="768350">
                  <a:moveTo>
                    <a:pt x="439750" y="0"/>
                  </a:moveTo>
                  <a:lnTo>
                    <a:pt x="0" y="768337"/>
                  </a:lnTo>
                  <a:lnTo>
                    <a:pt x="878395" y="768337"/>
                  </a:lnTo>
                  <a:lnTo>
                    <a:pt x="439750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68107" y="4695583"/>
              <a:ext cx="7966709" cy="448309"/>
            </a:xfrm>
            <a:custGeom>
              <a:avLst/>
              <a:gdLst/>
              <a:ahLst/>
              <a:cxnLst/>
              <a:rect l="l" t="t" r="r" b="b"/>
              <a:pathLst>
                <a:path w="7966709" h="448310">
                  <a:moveTo>
                    <a:pt x="7966633" y="0"/>
                  </a:moveTo>
                  <a:lnTo>
                    <a:pt x="0" y="0"/>
                  </a:lnTo>
                  <a:lnTo>
                    <a:pt x="0" y="447916"/>
                  </a:lnTo>
                  <a:lnTo>
                    <a:pt x="7966633" y="447916"/>
                  </a:lnTo>
                  <a:lnTo>
                    <a:pt x="7966633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4267" y="1820532"/>
            <a:ext cx="2503436" cy="249477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85542" y="1306360"/>
            <a:ext cx="1605280" cy="3323590"/>
            <a:chOff x="285542" y="1306360"/>
            <a:chExt cx="1605280" cy="3323590"/>
          </a:xfrm>
        </p:grpSpPr>
        <p:sp>
          <p:nvSpPr>
            <p:cNvPr id="8" name="object 8"/>
            <p:cNvSpPr/>
            <p:nvPr/>
          </p:nvSpPr>
          <p:spPr>
            <a:xfrm>
              <a:off x="303056" y="1323822"/>
              <a:ext cx="1570355" cy="3288665"/>
            </a:xfrm>
            <a:custGeom>
              <a:avLst/>
              <a:gdLst/>
              <a:ahLst/>
              <a:cxnLst/>
              <a:rect l="l" t="t" r="r" b="b"/>
              <a:pathLst>
                <a:path w="1570355" h="3288665">
                  <a:moveTo>
                    <a:pt x="128828" y="0"/>
                  </a:moveTo>
                  <a:lnTo>
                    <a:pt x="77558" y="10617"/>
                  </a:lnTo>
                  <a:lnTo>
                    <a:pt x="39192" y="36258"/>
                  </a:lnTo>
                  <a:lnTo>
                    <a:pt x="11417" y="75679"/>
                  </a:lnTo>
                  <a:lnTo>
                    <a:pt x="203" y="120446"/>
                  </a:lnTo>
                  <a:lnTo>
                    <a:pt x="0" y="3163760"/>
                  </a:lnTo>
                  <a:lnTo>
                    <a:pt x="1650" y="3180549"/>
                  </a:lnTo>
                  <a:lnTo>
                    <a:pt x="17195" y="3223996"/>
                  </a:lnTo>
                  <a:lnTo>
                    <a:pt x="48704" y="3260509"/>
                  </a:lnTo>
                  <a:lnTo>
                    <a:pt x="89395" y="3282264"/>
                  </a:lnTo>
                  <a:lnTo>
                    <a:pt x="1445285" y="3288372"/>
                  </a:lnTo>
                  <a:lnTo>
                    <a:pt x="1462062" y="3286721"/>
                  </a:lnTo>
                  <a:lnTo>
                    <a:pt x="1505521" y="3271177"/>
                  </a:lnTo>
                  <a:lnTo>
                    <a:pt x="1542033" y="3239681"/>
                  </a:lnTo>
                  <a:lnTo>
                    <a:pt x="1563789" y="3198977"/>
                  </a:lnTo>
                  <a:lnTo>
                    <a:pt x="1569897" y="124663"/>
                  </a:lnTo>
                  <a:lnTo>
                    <a:pt x="1568246" y="107886"/>
                  </a:lnTo>
                  <a:lnTo>
                    <a:pt x="1552702" y="64427"/>
                  </a:lnTo>
                  <a:lnTo>
                    <a:pt x="1521206" y="27914"/>
                  </a:lnTo>
                  <a:lnTo>
                    <a:pt x="1480502" y="6159"/>
                  </a:lnTo>
                  <a:lnTo>
                    <a:pt x="128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3005" y="1323822"/>
              <a:ext cx="1570355" cy="3288665"/>
            </a:xfrm>
            <a:custGeom>
              <a:avLst/>
              <a:gdLst/>
              <a:ahLst/>
              <a:cxnLst/>
              <a:rect l="l" t="t" r="r" b="b"/>
              <a:pathLst>
                <a:path w="1570355" h="3288665">
                  <a:moveTo>
                    <a:pt x="128879" y="0"/>
                  </a:moveTo>
                  <a:lnTo>
                    <a:pt x="1441119" y="0"/>
                  </a:lnTo>
                  <a:lnTo>
                    <a:pt x="1443228" y="0"/>
                  </a:lnTo>
                  <a:lnTo>
                    <a:pt x="1445336" y="50"/>
                  </a:lnTo>
                  <a:lnTo>
                    <a:pt x="1447444" y="152"/>
                  </a:lnTo>
                  <a:lnTo>
                    <a:pt x="1449552" y="254"/>
                  </a:lnTo>
                  <a:lnTo>
                    <a:pt x="1451660" y="419"/>
                  </a:lnTo>
                  <a:lnTo>
                    <a:pt x="1453756" y="622"/>
                  </a:lnTo>
                  <a:lnTo>
                    <a:pt x="1455851" y="825"/>
                  </a:lnTo>
                  <a:lnTo>
                    <a:pt x="1457947" y="1079"/>
                  </a:lnTo>
                  <a:lnTo>
                    <a:pt x="1460030" y="1397"/>
                  </a:lnTo>
                  <a:lnTo>
                    <a:pt x="1462112" y="1701"/>
                  </a:lnTo>
                  <a:lnTo>
                    <a:pt x="1464195" y="2070"/>
                  </a:lnTo>
                  <a:lnTo>
                    <a:pt x="1466265" y="2476"/>
                  </a:lnTo>
                  <a:lnTo>
                    <a:pt x="1468335" y="2882"/>
                  </a:lnTo>
                  <a:lnTo>
                    <a:pt x="1470393" y="3352"/>
                  </a:lnTo>
                  <a:lnTo>
                    <a:pt x="1472438" y="3860"/>
                  </a:lnTo>
                  <a:lnTo>
                    <a:pt x="1474482" y="4368"/>
                  </a:lnTo>
                  <a:lnTo>
                    <a:pt x="1476514" y="4940"/>
                  </a:lnTo>
                  <a:lnTo>
                    <a:pt x="1507375" y="18338"/>
                  </a:lnTo>
                  <a:lnTo>
                    <a:pt x="1509191" y="19418"/>
                  </a:lnTo>
                  <a:lnTo>
                    <a:pt x="1517891" y="25361"/>
                  </a:lnTo>
                  <a:lnTo>
                    <a:pt x="1519593" y="26619"/>
                  </a:lnTo>
                  <a:lnTo>
                    <a:pt x="1527670" y="33388"/>
                  </a:lnTo>
                  <a:lnTo>
                    <a:pt x="1529232" y="34798"/>
                  </a:lnTo>
                  <a:lnTo>
                    <a:pt x="1540738" y="47117"/>
                  </a:lnTo>
                  <a:lnTo>
                    <a:pt x="1542084" y="48755"/>
                  </a:lnTo>
                  <a:lnTo>
                    <a:pt x="1543380" y="50406"/>
                  </a:lnTo>
                  <a:lnTo>
                    <a:pt x="1544637" y="52108"/>
                  </a:lnTo>
                  <a:lnTo>
                    <a:pt x="1545894" y="53797"/>
                  </a:lnTo>
                  <a:lnTo>
                    <a:pt x="1547114" y="55524"/>
                  </a:lnTo>
                  <a:lnTo>
                    <a:pt x="1548282" y="57277"/>
                  </a:lnTo>
                  <a:lnTo>
                    <a:pt x="1549450" y="59029"/>
                  </a:lnTo>
                  <a:lnTo>
                    <a:pt x="1557629" y="73774"/>
                  </a:lnTo>
                  <a:lnTo>
                    <a:pt x="1558531" y="75679"/>
                  </a:lnTo>
                  <a:lnTo>
                    <a:pt x="1567522" y="103733"/>
                  </a:lnTo>
                  <a:lnTo>
                    <a:pt x="1567929" y="105803"/>
                  </a:lnTo>
                  <a:lnTo>
                    <a:pt x="1568297" y="107886"/>
                  </a:lnTo>
                  <a:lnTo>
                    <a:pt x="1568602" y="109969"/>
                  </a:lnTo>
                  <a:lnTo>
                    <a:pt x="1568919" y="112052"/>
                  </a:lnTo>
                  <a:lnTo>
                    <a:pt x="1569999" y="126771"/>
                  </a:lnTo>
                  <a:lnTo>
                    <a:pt x="1569999" y="128879"/>
                  </a:lnTo>
                  <a:lnTo>
                    <a:pt x="1569999" y="3159544"/>
                  </a:lnTo>
                  <a:lnTo>
                    <a:pt x="1569999" y="3161652"/>
                  </a:lnTo>
                  <a:lnTo>
                    <a:pt x="1569948" y="3163760"/>
                  </a:lnTo>
                  <a:lnTo>
                    <a:pt x="1569847" y="3165868"/>
                  </a:lnTo>
                  <a:lnTo>
                    <a:pt x="1569745" y="3167976"/>
                  </a:lnTo>
                  <a:lnTo>
                    <a:pt x="1569580" y="3170085"/>
                  </a:lnTo>
                  <a:lnTo>
                    <a:pt x="1569377" y="3172180"/>
                  </a:lnTo>
                  <a:lnTo>
                    <a:pt x="1569173" y="3174276"/>
                  </a:lnTo>
                  <a:lnTo>
                    <a:pt x="1568919" y="3176371"/>
                  </a:lnTo>
                  <a:lnTo>
                    <a:pt x="1568602" y="3178467"/>
                  </a:lnTo>
                  <a:lnTo>
                    <a:pt x="1568297" y="3180549"/>
                  </a:lnTo>
                  <a:lnTo>
                    <a:pt x="1567929" y="3182620"/>
                  </a:lnTo>
                  <a:lnTo>
                    <a:pt x="1567522" y="3184690"/>
                  </a:lnTo>
                  <a:lnTo>
                    <a:pt x="1567116" y="3186760"/>
                  </a:lnTo>
                  <a:lnTo>
                    <a:pt x="1562468" y="3202965"/>
                  </a:lnTo>
                  <a:lnTo>
                    <a:pt x="1561757" y="3204946"/>
                  </a:lnTo>
                  <a:lnTo>
                    <a:pt x="1548282" y="3231146"/>
                  </a:lnTo>
                  <a:lnTo>
                    <a:pt x="1547114" y="3232899"/>
                  </a:lnTo>
                  <a:lnTo>
                    <a:pt x="1545894" y="3234626"/>
                  </a:lnTo>
                  <a:lnTo>
                    <a:pt x="1544637" y="3236315"/>
                  </a:lnTo>
                  <a:lnTo>
                    <a:pt x="1543380" y="3238017"/>
                  </a:lnTo>
                  <a:lnTo>
                    <a:pt x="1542084" y="3239681"/>
                  </a:lnTo>
                  <a:lnTo>
                    <a:pt x="1540738" y="3241306"/>
                  </a:lnTo>
                  <a:lnTo>
                    <a:pt x="1539405" y="3242945"/>
                  </a:lnTo>
                  <a:lnTo>
                    <a:pt x="1532255" y="3250679"/>
                  </a:lnTo>
                  <a:lnTo>
                    <a:pt x="1530769" y="3252177"/>
                  </a:lnTo>
                  <a:lnTo>
                    <a:pt x="1522882" y="3259175"/>
                  </a:lnTo>
                  <a:lnTo>
                    <a:pt x="1521256" y="3260509"/>
                  </a:lnTo>
                  <a:lnTo>
                    <a:pt x="1519593" y="3261804"/>
                  </a:lnTo>
                  <a:lnTo>
                    <a:pt x="1517891" y="3263061"/>
                  </a:lnTo>
                  <a:lnTo>
                    <a:pt x="1516202" y="3264319"/>
                  </a:lnTo>
                  <a:lnTo>
                    <a:pt x="1514475" y="3265538"/>
                  </a:lnTo>
                  <a:lnTo>
                    <a:pt x="1512722" y="3266706"/>
                  </a:lnTo>
                  <a:lnTo>
                    <a:pt x="1510969" y="3267875"/>
                  </a:lnTo>
                  <a:lnTo>
                    <a:pt x="1496225" y="3276053"/>
                  </a:lnTo>
                  <a:lnTo>
                    <a:pt x="1494320" y="3276955"/>
                  </a:lnTo>
                  <a:lnTo>
                    <a:pt x="1478534" y="3282873"/>
                  </a:lnTo>
                  <a:lnTo>
                    <a:pt x="1476514" y="3283496"/>
                  </a:lnTo>
                  <a:lnTo>
                    <a:pt x="1474482" y="3284054"/>
                  </a:lnTo>
                  <a:lnTo>
                    <a:pt x="1472438" y="3284562"/>
                  </a:lnTo>
                  <a:lnTo>
                    <a:pt x="1470393" y="3285083"/>
                  </a:lnTo>
                  <a:lnTo>
                    <a:pt x="1460030" y="3287026"/>
                  </a:lnTo>
                  <a:lnTo>
                    <a:pt x="1457947" y="3287344"/>
                  </a:lnTo>
                  <a:lnTo>
                    <a:pt x="1447444" y="3288271"/>
                  </a:lnTo>
                  <a:lnTo>
                    <a:pt x="1445336" y="3288372"/>
                  </a:lnTo>
                  <a:lnTo>
                    <a:pt x="1443228" y="3288436"/>
                  </a:lnTo>
                  <a:lnTo>
                    <a:pt x="1441119" y="3288436"/>
                  </a:lnTo>
                  <a:lnTo>
                    <a:pt x="128879" y="3288436"/>
                  </a:lnTo>
                  <a:lnTo>
                    <a:pt x="126771" y="3288436"/>
                  </a:lnTo>
                  <a:lnTo>
                    <a:pt x="124663" y="3288372"/>
                  </a:lnTo>
                  <a:lnTo>
                    <a:pt x="122555" y="3288271"/>
                  </a:lnTo>
                  <a:lnTo>
                    <a:pt x="120446" y="3288169"/>
                  </a:lnTo>
                  <a:lnTo>
                    <a:pt x="109969" y="3287026"/>
                  </a:lnTo>
                  <a:lnTo>
                    <a:pt x="107886" y="3286721"/>
                  </a:lnTo>
                  <a:lnTo>
                    <a:pt x="97561" y="3284562"/>
                  </a:lnTo>
                  <a:lnTo>
                    <a:pt x="95516" y="3284054"/>
                  </a:lnTo>
                  <a:lnTo>
                    <a:pt x="93484" y="3283496"/>
                  </a:lnTo>
                  <a:lnTo>
                    <a:pt x="91465" y="3282873"/>
                  </a:lnTo>
                  <a:lnTo>
                    <a:pt x="89446" y="3282264"/>
                  </a:lnTo>
                  <a:lnTo>
                    <a:pt x="79565" y="3278619"/>
                  </a:lnTo>
                  <a:lnTo>
                    <a:pt x="77609" y="3277806"/>
                  </a:lnTo>
                  <a:lnTo>
                    <a:pt x="75679" y="3276955"/>
                  </a:lnTo>
                  <a:lnTo>
                    <a:pt x="73774" y="3276053"/>
                  </a:lnTo>
                  <a:lnTo>
                    <a:pt x="71869" y="3275152"/>
                  </a:lnTo>
                  <a:lnTo>
                    <a:pt x="57277" y="3266706"/>
                  </a:lnTo>
                  <a:lnTo>
                    <a:pt x="55524" y="3265538"/>
                  </a:lnTo>
                  <a:lnTo>
                    <a:pt x="53797" y="3264319"/>
                  </a:lnTo>
                  <a:lnTo>
                    <a:pt x="52108" y="3263061"/>
                  </a:lnTo>
                  <a:lnTo>
                    <a:pt x="50406" y="3261804"/>
                  </a:lnTo>
                  <a:lnTo>
                    <a:pt x="37744" y="3250679"/>
                  </a:lnTo>
                  <a:lnTo>
                    <a:pt x="36258" y="3249193"/>
                  </a:lnTo>
                  <a:lnTo>
                    <a:pt x="25361" y="3236315"/>
                  </a:lnTo>
                  <a:lnTo>
                    <a:pt x="24104" y="3234626"/>
                  </a:lnTo>
                  <a:lnTo>
                    <a:pt x="18338" y="3225800"/>
                  </a:lnTo>
                  <a:lnTo>
                    <a:pt x="17246" y="3223996"/>
                  </a:lnTo>
                  <a:lnTo>
                    <a:pt x="7531" y="3202965"/>
                  </a:lnTo>
                  <a:lnTo>
                    <a:pt x="6819" y="3200984"/>
                  </a:lnTo>
                  <a:lnTo>
                    <a:pt x="3860" y="3190862"/>
                  </a:lnTo>
                  <a:lnTo>
                    <a:pt x="3352" y="3188817"/>
                  </a:lnTo>
                  <a:lnTo>
                    <a:pt x="1396" y="3178467"/>
                  </a:lnTo>
                  <a:lnTo>
                    <a:pt x="1079" y="3176371"/>
                  </a:lnTo>
                  <a:lnTo>
                    <a:pt x="825" y="3174276"/>
                  </a:lnTo>
                  <a:lnTo>
                    <a:pt x="622" y="3172180"/>
                  </a:lnTo>
                  <a:lnTo>
                    <a:pt x="419" y="3170085"/>
                  </a:lnTo>
                  <a:lnTo>
                    <a:pt x="253" y="3167976"/>
                  </a:lnTo>
                  <a:lnTo>
                    <a:pt x="152" y="3165868"/>
                  </a:lnTo>
                  <a:lnTo>
                    <a:pt x="50" y="3163760"/>
                  </a:lnTo>
                  <a:lnTo>
                    <a:pt x="0" y="3161652"/>
                  </a:lnTo>
                  <a:lnTo>
                    <a:pt x="0" y="3159544"/>
                  </a:lnTo>
                  <a:lnTo>
                    <a:pt x="0" y="128879"/>
                  </a:lnTo>
                  <a:lnTo>
                    <a:pt x="0" y="126771"/>
                  </a:lnTo>
                  <a:lnTo>
                    <a:pt x="50" y="124663"/>
                  </a:lnTo>
                  <a:lnTo>
                    <a:pt x="152" y="122555"/>
                  </a:lnTo>
                  <a:lnTo>
                    <a:pt x="253" y="120446"/>
                  </a:lnTo>
                  <a:lnTo>
                    <a:pt x="1396" y="109969"/>
                  </a:lnTo>
                  <a:lnTo>
                    <a:pt x="1701" y="107886"/>
                  </a:lnTo>
                  <a:lnTo>
                    <a:pt x="3860" y="97561"/>
                  </a:lnTo>
                  <a:lnTo>
                    <a:pt x="4368" y="95516"/>
                  </a:lnTo>
                  <a:lnTo>
                    <a:pt x="4940" y="93484"/>
                  </a:lnTo>
                  <a:lnTo>
                    <a:pt x="5549" y="91465"/>
                  </a:lnTo>
                  <a:lnTo>
                    <a:pt x="6159" y="89446"/>
                  </a:lnTo>
                  <a:lnTo>
                    <a:pt x="12369" y="73774"/>
                  </a:lnTo>
                  <a:lnTo>
                    <a:pt x="13271" y="71869"/>
                  </a:lnTo>
                  <a:lnTo>
                    <a:pt x="18338" y="62623"/>
                  </a:lnTo>
                  <a:lnTo>
                    <a:pt x="19418" y="60807"/>
                  </a:lnTo>
                  <a:lnTo>
                    <a:pt x="25361" y="52108"/>
                  </a:lnTo>
                  <a:lnTo>
                    <a:pt x="26619" y="50406"/>
                  </a:lnTo>
                  <a:lnTo>
                    <a:pt x="33388" y="42329"/>
                  </a:lnTo>
                  <a:lnTo>
                    <a:pt x="34797" y="40767"/>
                  </a:lnTo>
                  <a:lnTo>
                    <a:pt x="42329" y="33388"/>
                  </a:lnTo>
                  <a:lnTo>
                    <a:pt x="43891" y="31965"/>
                  </a:lnTo>
                  <a:lnTo>
                    <a:pt x="52108" y="25361"/>
                  </a:lnTo>
                  <a:lnTo>
                    <a:pt x="53797" y="24104"/>
                  </a:lnTo>
                  <a:lnTo>
                    <a:pt x="62623" y="18338"/>
                  </a:lnTo>
                  <a:lnTo>
                    <a:pt x="64427" y="17246"/>
                  </a:lnTo>
                  <a:lnTo>
                    <a:pt x="91465" y="5549"/>
                  </a:lnTo>
                  <a:lnTo>
                    <a:pt x="93484" y="4940"/>
                  </a:lnTo>
                  <a:lnTo>
                    <a:pt x="103733" y="2476"/>
                  </a:lnTo>
                  <a:lnTo>
                    <a:pt x="105803" y="2070"/>
                  </a:lnTo>
                  <a:lnTo>
                    <a:pt x="107886" y="1701"/>
                  </a:lnTo>
                  <a:lnTo>
                    <a:pt x="109969" y="1397"/>
                  </a:lnTo>
                  <a:lnTo>
                    <a:pt x="112052" y="1079"/>
                  </a:lnTo>
                  <a:lnTo>
                    <a:pt x="122555" y="152"/>
                  </a:lnTo>
                  <a:lnTo>
                    <a:pt x="124663" y="50"/>
                  </a:lnTo>
                  <a:lnTo>
                    <a:pt x="126771" y="0"/>
                  </a:lnTo>
                  <a:lnTo>
                    <a:pt x="128879" y="0"/>
                  </a:lnTo>
                  <a:close/>
                </a:path>
              </a:pathLst>
            </a:custGeom>
            <a:ln w="34886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113" y="1429702"/>
              <a:ext cx="1344904" cy="13448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335" y="1528749"/>
              <a:ext cx="1180401" cy="12458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60279" y="2913642"/>
              <a:ext cx="695960" cy="0"/>
            </a:xfrm>
            <a:custGeom>
              <a:avLst/>
              <a:gdLst/>
              <a:ahLst/>
              <a:cxnLst/>
              <a:rect l="l" t="t" r="r" b="b"/>
              <a:pathLst>
                <a:path w="695960" h="0">
                  <a:moveTo>
                    <a:pt x="0" y="0"/>
                  </a:moveTo>
                  <a:lnTo>
                    <a:pt x="695744" y="0"/>
                  </a:lnTo>
                </a:path>
              </a:pathLst>
            </a:custGeom>
            <a:ln w="322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43156" y="3031114"/>
            <a:ext cx="1330325" cy="444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b="1">
                <a:latin typeface="Times New Roman"/>
                <a:cs typeface="Times New Roman"/>
                <a:hlinkClick r:id="rId5"/>
              </a:rPr>
              <a:t>Dr.</a:t>
            </a:r>
            <a:r>
              <a:rPr dirty="0" sz="950" spc="5" b="1">
                <a:latin typeface="Times New Roman"/>
                <a:cs typeface="Times New Roman"/>
              </a:rPr>
              <a:t> </a:t>
            </a:r>
            <a:r>
              <a:rPr dirty="0" sz="950" b="1">
                <a:solidFill>
                  <a:srgbClr val="C9211E"/>
                </a:solidFill>
                <a:latin typeface="Times New Roman"/>
                <a:cs typeface="Times New Roman"/>
                <a:hlinkClick r:id="rId5"/>
              </a:rPr>
              <a:t>Mithun</a:t>
            </a:r>
            <a:r>
              <a:rPr dirty="0" sz="950" spc="-10" b="1">
                <a:solidFill>
                  <a:srgbClr val="C9211E"/>
                </a:solidFill>
                <a:latin typeface="Times New Roman"/>
                <a:cs typeface="Times New Roman"/>
                <a:hlinkClick r:id="rId5"/>
              </a:rPr>
              <a:t> Thudiyangal</a:t>
            </a:r>
            <a:endParaRPr sz="95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  <a:spcBef>
                <a:spcPts val="925"/>
              </a:spcBef>
            </a:pPr>
            <a:r>
              <a:rPr dirty="0" sz="1000">
                <a:solidFill>
                  <a:srgbClr val="1250C4"/>
                </a:solidFill>
                <a:latin typeface="Times New Roman"/>
                <a:cs typeface="Times New Roman"/>
              </a:rPr>
              <a:t>Group</a:t>
            </a:r>
            <a:r>
              <a:rPr dirty="0" sz="1000" spc="55">
                <a:solidFill>
                  <a:srgbClr val="1250C4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1250C4"/>
                </a:solidFill>
                <a:latin typeface="Times New Roman"/>
                <a:cs typeface="Times New Roman"/>
              </a:rPr>
              <a:t>Leader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4596" y="3594840"/>
            <a:ext cx="1410970" cy="420370"/>
            <a:chOff x="394596" y="3594840"/>
            <a:chExt cx="1410970" cy="420370"/>
          </a:xfrm>
        </p:grpSpPr>
        <p:sp>
          <p:nvSpPr>
            <p:cNvPr id="15" name="object 15"/>
            <p:cNvSpPr/>
            <p:nvPr/>
          </p:nvSpPr>
          <p:spPr>
            <a:xfrm>
              <a:off x="417704" y="3601507"/>
              <a:ext cx="1381125" cy="0"/>
            </a:xfrm>
            <a:custGeom>
              <a:avLst/>
              <a:gdLst/>
              <a:ahLst/>
              <a:cxnLst/>
              <a:rect l="l" t="t" r="r" b="b"/>
              <a:pathLst>
                <a:path w="1381125" h="0">
                  <a:moveTo>
                    <a:pt x="0" y="0"/>
                  </a:moveTo>
                  <a:lnTo>
                    <a:pt x="1380909" y="0"/>
                  </a:lnTo>
                </a:path>
              </a:pathLst>
            </a:custGeom>
            <a:ln w="12890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596" y="3672444"/>
              <a:ext cx="342455" cy="34246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71550" y="3761444"/>
            <a:ext cx="75057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b="1">
                <a:latin typeface="Times New Roman"/>
                <a:cs typeface="Times New Roman"/>
              </a:rPr>
              <a:t>Research</a:t>
            </a:r>
            <a:r>
              <a:rPr dirty="0" sz="850" spc="-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Focus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9157" y="4058794"/>
            <a:ext cx="145415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Times New Roman"/>
                <a:cs typeface="Times New Roman"/>
              </a:rPr>
              <a:t>Ultracold Quantum </a:t>
            </a:r>
            <a:r>
              <a:rPr dirty="0" sz="1050" spc="-10">
                <a:latin typeface="Times New Roman"/>
                <a:cs typeface="Times New Roman"/>
              </a:rPr>
              <a:t>Matter </a:t>
            </a:r>
            <a:r>
              <a:rPr dirty="0" sz="1050">
                <a:latin typeface="Times New Roman"/>
                <a:cs typeface="Times New Roman"/>
              </a:rPr>
              <a:t>and Quantum</a:t>
            </a:r>
            <a:r>
              <a:rPr dirty="0" sz="1050" spc="-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Algorithms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90782" y="1306291"/>
            <a:ext cx="1569720" cy="3323590"/>
            <a:chOff x="5590782" y="1306291"/>
            <a:chExt cx="1569720" cy="3323590"/>
          </a:xfrm>
        </p:grpSpPr>
        <p:sp>
          <p:nvSpPr>
            <p:cNvPr id="20" name="object 20"/>
            <p:cNvSpPr/>
            <p:nvPr/>
          </p:nvSpPr>
          <p:spPr>
            <a:xfrm>
              <a:off x="5607927" y="1323436"/>
              <a:ext cx="1535430" cy="3289300"/>
            </a:xfrm>
            <a:custGeom>
              <a:avLst/>
              <a:gdLst/>
              <a:ahLst/>
              <a:cxnLst/>
              <a:rect l="l" t="t" r="r" b="b"/>
              <a:pathLst>
                <a:path w="1535429" h="3289300">
                  <a:moveTo>
                    <a:pt x="126034" y="0"/>
                  </a:moveTo>
                  <a:lnTo>
                    <a:pt x="123977" y="0"/>
                  </a:lnTo>
                  <a:lnTo>
                    <a:pt x="109588" y="1066"/>
                  </a:lnTo>
                  <a:lnTo>
                    <a:pt x="63017" y="16865"/>
                  </a:lnTo>
                  <a:lnTo>
                    <a:pt x="27304" y="47675"/>
                  </a:lnTo>
                  <a:lnTo>
                    <a:pt x="6032" y="87477"/>
                  </a:lnTo>
                  <a:lnTo>
                    <a:pt x="0" y="3163163"/>
                  </a:lnTo>
                  <a:lnTo>
                    <a:pt x="812" y="3177565"/>
                  </a:lnTo>
                  <a:lnTo>
                    <a:pt x="13919" y="3220758"/>
                  </a:lnTo>
                  <a:lnTo>
                    <a:pt x="44488" y="3259277"/>
                  </a:lnTo>
                  <a:lnTo>
                    <a:pt x="85521" y="3282530"/>
                  </a:lnTo>
                  <a:lnTo>
                    <a:pt x="1413395" y="3289147"/>
                  </a:lnTo>
                  <a:lnTo>
                    <a:pt x="1429804" y="3287534"/>
                  </a:lnTo>
                  <a:lnTo>
                    <a:pt x="1472285" y="3272332"/>
                  </a:lnTo>
                  <a:lnTo>
                    <a:pt x="1507997" y="3241522"/>
                  </a:lnTo>
                  <a:lnTo>
                    <a:pt x="1529270" y="3201733"/>
                  </a:lnTo>
                  <a:lnTo>
                    <a:pt x="1535302" y="123964"/>
                  </a:lnTo>
                  <a:lnTo>
                    <a:pt x="1534236" y="109575"/>
                  </a:lnTo>
                  <a:lnTo>
                    <a:pt x="1519440" y="64795"/>
                  </a:lnTo>
                  <a:lnTo>
                    <a:pt x="1487627" y="27305"/>
                  </a:lnTo>
                  <a:lnTo>
                    <a:pt x="1447825" y="6019"/>
                  </a:lnTo>
                  <a:lnTo>
                    <a:pt x="126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607927" y="1323436"/>
              <a:ext cx="1535430" cy="3289300"/>
            </a:xfrm>
            <a:custGeom>
              <a:avLst/>
              <a:gdLst/>
              <a:ahLst/>
              <a:cxnLst/>
              <a:rect l="l" t="t" r="r" b="b"/>
              <a:pathLst>
                <a:path w="1535429" h="3289300">
                  <a:moveTo>
                    <a:pt x="126034" y="0"/>
                  </a:moveTo>
                  <a:lnTo>
                    <a:pt x="1409268" y="0"/>
                  </a:lnTo>
                  <a:lnTo>
                    <a:pt x="1411325" y="0"/>
                  </a:lnTo>
                  <a:lnTo>
                    <a:pt x="1413395" y="50"/>
                  </a:lnTo>
                  <a:lnTo>
                    <a:pt x="1415453" y="152"/>
                  </a:lnTo>
                  <a:lnTo>
                    <a:pt x="1417510" y="254"/>
                  </a:lnTo>
                  <a:lnTo>
                    <a:pt x="1419567" y="406"/>
                  </a:lnTo>
                  <a:lnTo>
                    <a:pt x="1433855" y="2425"/>
                  </a:lnTo>
                  <a:lnTo>
                    <a:pt x="1435874" y="2819"/>
                  </a:lnTo>
                  <a:lnTo>
                    <a:pt x="1463154" y="12103"/>
                  </a:lnTo>
                  <a:lnTo>
                    <a:pt x="1465021" y="12979"/>
                  </a:lnTo>
                  <a:lnTo>
                    <a:pt x="1466862" y="13906"/>
                  </a:lnTo>
                  <a:lnTo>
                    <a:pt x="1468678" y="14884"/>
                  </a:lnTo>
                  <a:lnTo>
                    <a:pt x="1470494" y="15849"/>
                  </a:lnTo>
                  <a:lnTo>
                    <a:pt x="1472285" y="16865"/>
                  </a:lnTo>
                  <a:lnTo>
                    <a:pt x="1474050" y="17932"/>
                  </a:lnTo>
                  <a:lnTo>
                    <a:pt x="1475828" y="18986"/>
                  </a:lnTo>
                  <a:lnTo>
                    <a:pt x="1484337" y="24803"/>
                  </a:lnTo>
                  <a:lnTo>
                    <a:pt x="1486001" y="26034"/>
                  </a:lnTo>
                  <a:lnTo>
                    <a:pt x="1487627" y="27305"/>
                  </a:lnTo>
                  <a:lnTo>
                    <a:pt x="1489214" y="28613"/>
                  </a:lnTo>
                  <a:lnTo>
                    <a:pt x="1490814" y="29921"/>
                  </a:lnTo>
                  <a:lnTo>
                    <a:pt x="1498384" y="36918"/>
                  </a:lnTo>
                  <a:lnTo>
                    <a:pt x="1499844" y="38366"/>
                  </a:lnTo>
                  <a:lnTo>
                    <a:pt x="1522310" y="70281"/>
                  </a:lnTo>
                  <a:lnTo>
                    <a:pt x="1525701" y="77800"/>
                  </a:lnTo>
                  <a:lnTo>
                    <a:pt x="1526489" y="79705"/>
                  </a:lnTo>
                  <a:lnTo>
                    <a:pt x="1527238" y="81635"/>
                  </a:lnTo>
                  <a:lnTo>
                    <a:pt x="1527924" y="83566"/>
                  </a:lnTo>
                  <a:lnTo>
                    <a:pt x="1528622" y="85509"/>
                  </a:lnTo>
                  <a:lnTo>
                    <a:pt x="1529270" y="87477"/>
                  </a:lnTo>
                  <a:lnTo>
                    <a:pt x="1529867" y="89446"/>
                  </a:lnTo>
                  <a:lnTo>
                    <a:pt x="1530464" y="91414"/>
                  </a:lnTo>
                  <a:lnTo>
                    <a:pt x="1531023" y="93408"/>
                  </a:lnTo>
                  <a:lnTo>
                    <a:pt x="1531518" y="95402"/>
                  </a:lnTo>
                  <a:lnTo>
                    <a:pt x="1532026" y="97409"/>
                  </a:lnTo>
                  <a:lnTo>
                    <a:pt x="1532470" y="99415"/>
                  </a:lnTo>
                  <a:lnTo>
                    <a:pt x="1532877" y="101447"/>
                  </a:lnTo>
                  <a:lnTo>
                    <a:pt x="1533283" y="103466"/>
                  </a:lnTo>
                  <a:lnTo>
                    <a:pt x="1533626" y="105498"/>
                  </a:lnTo>
                  <a:lnTo>
                    <a:pt x="1533931" y="107543"/>
                  </a:lnTo>
                  <a:lnTo>
                    <a:pt x="1534236" y="109575"/>
                  </a:lnTo>
                  <a:lnTo>
                    <a:pt x="1535150" y="119849"/>
                  </a:lnTo>
                  <a:lnTo>
                    <a:pt x="1535252" y="121907"/>
                  </a:lnTo>
                  <a:lnTo>
                    <a:pt x="1535302" y="123964"/>
                  </a:lnTo>
                  <a:lnTo>
                    <a:pt x="1535302" y="126034"/>
                  </a:lnTo>
                  <a:lnTo>
                    <a:pt x="1535302" y="3163163"/>
                  </a:lnTo>
                  <a:lnTo>
                    <a:pt x="1535302" y="3165233"/>
                  </a:lnTo>
                  <a:lnTo>
                    <a:pt x="1535252" y="3167291"/>
                  </a:lnTo>
                  <a:lnTo>
                    <a:pt x="1531518" y="3193783"/>
                  </a:lnTo>
                  <a:lnTo>
                    <a:pt x="1531023" y="3195789"/>
                  </a:lnTo>
                  <a:lnTo>
                    <a:pt x="1530464" y="3197783"/>
                  </a:lnTo>
                  <a:lnTo>
                    <a:pt x="1529867" y="3199752"/>
                  </a:lnTo>
                  <a:lnTo>
                    <a:pt x="1529270" y="3201733"/>
                  </a:lnTo>
                  <a:lnTo>
                    <a:pt x="1528622" y="3203689"/>
                  </a:lnTo>
                  <a:lnTo>
                    <a:pt x="1527924" y="3205632"/>
                  </a:lnTo>
                  <a:lnTo>
                    <a:pt x="1527238" y="3207575"/>
                  </a:lnTo>
                  <a:lnTo>
                    <a:pt x="1526489" y="3209493"/>
                  </a:lnTo>
                  <a:lnTo>
                    <a:pt x="1525701" y="3211398"/>
                  </a:lnTo>
                  <a:lnTo>
                    <a:pt x="1524914" y="3213303"/>
                  </a:lnTo>
                  <a:lnTo>
                    <a:pt x="1514055" y="3233178"/>
                  </a:lnTo>
                  <a:lnTo>
                    <a:pt x="1512912" y="3234905"/>
                  </a:lnTo>
                  <a:lnTo>
                    <a:pt x="1498384" y="3252279"/>
                  </a:lnTo>
                  <a:lnTo>
                    <a:pt x="1496923" y="3253740"/>
                  </a:lnTo>
                  <a:lnTo>
                    <a:pt x="1489214" y="3260585"/>
                  </a:lnTo>
                  <a:lnTo>
                    <a:pt x="1487627" y="3261893"/>
                  </a:lnTo>
                  <a:lnTo>
                    <a:pt x="1486001" y="3263163"/>
                  </a:lnTo>
                  <a:lnTo>
                    <a:pt x="1484337" y="3264395"/>
                  </a:lnTo>
                  <a:lnTo>
                    <a:pt x="1482686" y="3265627"/>
                  </a:lnTo>
                  <a:lnTo>
                    <a:pt x="1474050" y="3271266"/>
                  </a:lnTo>
                  <a:lnTo>
                    <a:pt x="1472285" y="3272332"/>
                  </a:lnTo>
                  <a:lnTo>
                    <a:pt x="1470494" y="3273336"/>
                  </a:lnTo>
                  <a:lnTo>
                    <a:pt x="1468678" y="3274314"/>
                  </a:lnTo>
                  <a:lnTo>
                    <a:pt x="1466862" y="3275291"/>
                  </a:lnTo>
                  <a:lnTo>
                    <a:pt x="1465021" y="3276219"/>
                  </a:lnTo>
                  <a:lnTo>
                    <a:pt x="1463154" y="3277095"/>
                  </a:lnTo>
                  <a:lnTo>
                    <a:pt x="1461287" y="3277971"/>
                  </a:lnTo>
                  <a:lnTo>
                    <a:pt x="1451724" y="3281832"/>
                  </a:lnTo>
                  <a:lnTo>
                    <a:pt x="1449781" y="3282530"/>
                  </a:lnTo>
                  <a:lnTo>
                    <a:pt x="1439887" y="3285413"/>
                  </a:lnTo>
                  <a:lnTo>
                    <a:pt x="1437893" y="3285921"/>
                  </a:lnTo>
                  <a:lnTo>
                    <a:pt x="1427759" y="3287839"/>
                  </a:lnTo>
                  <a:lnTo>
                    <a:pt x="1425714" y="3288144"/>
                  </a:lnTo>
                  <a:lnTo>
                    <a:pt x="1411325" y="3289198"/>
                  </a:lnTo>
                  <a:lnTo>
                    <a:pt x="1409268" y="3289198"/>
                  </a:lnTo>
                  <a:lnTo>
                    <a:pt x="126034" y="3289198"/>
                  </a:lnTo>
                  <a:lnTo>
                    <a:pt x="123977" y="3289198"/>
                  </a:lnTo>
                  <a:lnTo>
                    <a:pt x="121907" y="3289147"/>
                  </a:lnTo>
                  <a:lnTo>
                    <a:pt x="107543" y="3287839"/>
                  </a:lnTo>
                  <a:lnTo>
                    <a:pt x="105498" y="3287534"/>
                  </a:lnTo>
                  <a:lnTo>
                    <a:pt x="95415" y="3285413"/>
                  </a:lnTo>
                  <a:lnTo>
                    <a:pt x="93408" y="3284918"/>
                  </a:lnTo>
                  <a:lnTo>
                    <a:pt x="83578" y="3281832"/>
                  </a:lnTo>
                  <a:lnTo>
                    <a:pt x="81635" y="3281133"/>
                  </a:lnTo>
                  <a:lnTo>
                    <a:pt x="72148" y="3277095"/>
                  </a:lnTo>
                  <a:lnTo>
                    <a:pt x="70281" y="3276219"/>
                  </a:lnTo>
                  <a:lnTo>
                    <a:pt x="68440" y="3275291"/>
                  </a:lnTo>
                  <a:lnTo>
                    <a:pt x="66624" y="3274314"/>
                  </a:lnTo>
                  <a:lnTo>
                    <a:pt x="64808" y="3273336"/>
                  </a:lnTo>
                  <a:lnTo>
                    <a:pt x="63017" y="3272332"/>
                  </a:lnTo>
                  <a:lnTo>
                    <a:pt x="61239" y="3271266"/>
                  </a:lnTo>
                  <a:lnTo>
                    <a:pt x="59474" y="3270211"/>
                  </a:lnTo>
                  <a:lnTo>
                    <a:pt x="50965" y="3264395"/>
                  </a:lnTo>
                  <a:lnTo>
                    <a:pt x="49301" y="3263163"/>
                  </a:lnTo>
                  <a:lnTo>
                    <a:pt x="47675" y="3261893"/>
                  </a:lnTo>
                  <a:lnTo>
                    <a:pt x="46088" y="3260585"/>
                  </a:lnTo>
                  <a:lnTo>
                    <a:pt x="44488" y="3259277"/>
                  </a:lnTo>
                  <a:lnTo>
                    <a:pt x="42925" y="3257930"/>
                  </a:lnTo>
                  <a:lnTo>
                    <a:pt x="41401" y="3256546"/>
                  </a:lnTo>
                  <a:lnTo>
                    <a:pt x="39865" y="3255162"/>
                  </a:lnTo>
                  <a:lnTo>
                    <a:pt x="38379" y="3253740"/>
                  </a:lnTo>
                  <a:lnTo>
                    <a:pt x="36918" y="3252279"/>
                  </a:lnTo>
                  <a:lnTo>
                    <a:pt x="35458" y="3250831"/>
                  </a:lnTo>
                  <a:lnTo>
                    <a:pt x="21247" y="3233178"/>
                  </a:lnTo>
                  <a:lnTo>
                    <a:pt x="20104" y="3231476"/>
                  </a:lnTo>
                  <a:lnTo>
                    <a:pt x="5435" y="3199752"/>
                  </a:lnTo>
                  <a:lnTo>
                    <a:pt x="4838" y="3197783"/>
                  </a:lnTo>
                  <a:lnTo>
                    <a:pt x="4279" y="3195789"/>
                  </a:lnTo>
                  <a:lnTo>
                    <a:pt x="3784" y="3193783"/>
                  </a:lnTo>
                  <a:lnTo>
                    <a:pt x="3276" y="3191789"/>
                  </a:lnTo>
                  <a:lnTo>
                    <a:pt x="609" y="3175520"/>
                  </a:lnTo>
                  <a:lnTo>
                    <a:pt x="406" y="3173476"/>
                  </a:lnTo>
                  <a:lnTo>
                    <a:pt x="253" y="3171418"/>
                  </a:lnTo>
                  <a:lnTo>
                    <a:pt x="152" y="3169361"/>
                  </a:lnTo>
                  <a:lnTo>
                    <a:pt x="50" y="3167291"/>
                  </a:lnTo>
                  <a:lnTo>
                    <a:pt x="0" y="3165233"/>
                  </a:lnTo>
                  <a:lnTo>
                    <a:pt x="0" y="3163163"/>
                  </a:lnTo>
                  <a:lnTo>
                    <a:pt x="0" y="126034"/>
                  </a:lnTo>
                  <a:lnTo>
                    <a:pt x="0" y="123964"/>
                  </a:lnTo>
                  <a:lnTo>
                    <a:pt x="50" y="121907"/>
                  </a:lnTo>
                  <a:lnTo>
                    <a:pt x="152" y="119849"/>
                  </a:lnTo>
                  <a:lnTo>
                    <a:pt x="253" y="117792"/>
                  </a:lnTo>
                  <a:lnTo>
                    <a:pt x="406" y="115735"/>
                  </a:lnTo>
                  <a:lnTo>
                    <a:pt x="609" y="113677"/>
                  </a:lnTo>
                  <a:lnTo>
                    <a:pt x="812" y="111620"/>
                  </a:lnTo>
                  <a:lnTo>
                    <a:pt x="1066" y="109575"/>
                  </a:lnTo>
                  <a:lnTo>
                    <a:pt x="1371" y="107543"/>
                  </a:lnTo>
                  <a:lnTo>
                    <a:pt x="1676" y="105498"/>
                  </a:lnTo>
                  <a:lnTo>
                    <a:pt x="2019" y="103466"/>
                  </a:lnTo>
                  <a:lnTo>
                    <a:pt x="2425" y="101447"/>
                  </a:lnTo>
                  <a:lnTo>
                    <a:pt x="2832" y="99415"/>
                  </a:lnTo>
                  <a:lnTo>
                    <a:pt x="3276" y="97409"/>
                  </a:lnTo>
                  <a:lnTo>
                    <a:pt x="3784" y="95402"/>
                  </a:lnTo>
                  <a:lnTo>
                    <a:pt x="4279" y="93408"/>
                  </a:lnTo>
                  <a:lnTo>
                    <a:pt x="9601" y="77800"/>
                  </a:lnTo>
                  <a:lnTo>
                    <a:pt x="10388" y="75895"/>
                  </a:lnTo>
                  <a:lnTo>
                    <a:pt x="21247" y="56007"/>
                  </a:lnTo>
                  <a:lnTo>
                    <a:pt x="22390" y="54292"/>
                  </a:lnTo>
                  <a:lnTo>
                    <a:pt x="36918" y="36918"/>
                  </a:lnTo>
                  <a:lnTo>
                    <a:pt x="38379" y="35458"/>
                  </a:lnTo>
                  <a:lnTo>
                    <a:pt x="39865" y="34036"/>
                  </a:lnTo>
                  <a:lnTo>
                    <a:pt x="41401" y="32651"/>
                  </a:lnTo>
                  <a:lnTo>
                    <a:pt x="42925" y="31267"/>
                  </a:lnTo>
                  <a:lnTo>
                    <a:pt x="44488" y="29921"/>
                  </a:lnTo>
                  <a:lnTo>
                    <a:pt x="46088" y="28613"/>
                  </a:lnTo>
                  <a:lnTo>
                    <a:pt x="47675" y="27305"/>
                  </a:lnTo>
                  <a:lnTo>
                    <a:pt x="49301" y="26034"/>
                  </a:lnTo>
                  <a:lnTo>
                    <a:pt x="50965" y="24803"/>
                  </a:lnTo>
                  <a:lnTo>
                    <a:pt x="52616" y="23571"/>
                  </a:lnTo>
                  <a:lnTo>
                    <a:pt x="61239" y="17932"/>
                  </a:lnTo>
                  <a:lnTo>
                    <a:pt x="63017" y="16865"/>
                  </a:lnTo>
                  <a:lnTo>
                    <a:pt x="64808" y="15849"/>
                  </a:lnTo>
                  <a:lnTo>
                    <a:pt x="66624" y="14884"/>
                  </a:lnTo>
                  <a:lnTo>
                    <a:pt x="68440" y="13906"/>
                  </a:lnTo>
                  <a:lnTo>
                    <a:pt x="70281" y="12979"/>
                  </a:lnTo>
                  <a:lnTo>
                    <a:pt x="72148" y="12103"/>
                  </a:lnTo>
                  <a:lnTo>
                    <a:pt x="74015" y="11214"/>
                  </a:lnTo>
                  <a:lnTo>
                    <a:pt x="101447" y="2425"/>
                  </a:lnTo>
                  <a:lnTo>
                    <a:pt x="103466" y="2019"/>
                  </a:lnTo>
                  <a:lnTo>
                    <a:pt x="119849" y="152"/>
                  </a:lnTo>
                  <a:lnTo>
                    <a:pt x="121907" y="50"/>
                  </a:lnTo>
                  <a:lnTo>
                    <a:pt x="123977" y="0"/>
                  </a:lnTo>
                  <a:lnTo>
                    <a:pt x="126034" y="0"/>
                  </a:lnTo>
                  <a:close/>
                </a:path>
              </a:pathLst>
            </a:custGeom>
            <a:ln w="34112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8492" y="1470786"/>
              <a:ext cx="1314157" cy="13141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4603" y="1538363"/>
              <a:ext cx="1159687" cy="125394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050974" y="2922156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 h="0">
                  <a:moveTo>
                    <a:pt x="0" y="0"/>
                  </a:moveTo>
                  <a:lnTo>
                    <a:pt x="680364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25554" y="3039685"/>
            <a:ext cx="763270" cy="172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0" b="1">
                <a:latin typeface="Times New Roman"/>
                <a:cs typeface="Times New Roman"/>
                <a:hlinkClick r:id="rId8"/>
              </a:rPr>
              <a:t>Dr.</a:t>
            </a:r>
            <a:r>
              <a:rPr dirty="0" sz="950" spc="-20" b="1">
                <a:latin typeface="Times New Roman"/>
                <a:cs typeface="Times New Roman"/>
              </a:rPr>
              <a:t> </a:t>
            </a:r>
            <a:r>
              <a:rPr dirty="0" sz="950" b="1">
                <a:solidFill>
                  <a:srgbClr val="C9211E"/>
                </a:solidFill>
                <a:latin typeface="Times New Roman"/>
                <a:cs typeface="Times New Roman"/>
                <a:hlinkClick r:id="rId8"/>
              </a:rPr>
              <a:t>Sreeja</a:t>
            </a:r>
            <a:r>
              <a:rPr dirty="0" sz="950" spc="-15" b="1">
                <a:solidFill>
                  <a:srgbClr val="C9211E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dirty="0" sz="950" b="1">
                <a:solidFill>
                  <a:srgbClr val="C9211E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dirty="0" sz="950" spc="-15" b="1">
                <a:solidFill>
                  <a:srgbClr val="C9211E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dirty="0" sz="950" spc="-50" b="1">
                <a:solidFill>
                  <a:srgbClr val="C9211E"/>
                </a:solidFill>
                <a:latin typeface="Times New Roman"/>
                <a:cs typeface="Times New Roman"/>
                <a:hlinkClick r:id="rId8"/>
              </a:rPr>
              <a:t>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15150" y="3296844"/>
            <a:ext cx="7353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250C4"/>
                </a:solidFill>
                <a:latin typeface="Times New Roman"/>
                <a:cs typeface="Times New Roman"/>
              </a:rPr>
              <a:t>Group</a:t>
            </a:r>
            <a:r>
              <a:rPr dirty="0" sz="1000" spc="-30">
                <a:solidFill>
                  <a:srgbClr val="1250C4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1250C4"/>
                </a:solidFill>
                <a:latin typeface="Times New Roman"/>
                <a:cs typeface="Times New Roman"/>
              </a:rPr>
              <a:t>Leader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30062" y="3592813"/>
            <a:ext cx="1363345" cy="407670"/>
            <a:chOff x="5730062" y="3592813"/>
            <a:chExt cx="1363345" cy="407670"/>
          </a:xfrm>
        </p:grpSpPr>
        <p:sp>
          <p:nvSpPr>
            <p:cNvPr id="28" name="object 28"/>
            <p:cNvSpPr/>
            <p:nvPr/>
          </p:nvSpPr>
          <p:spPr>
            <a:xfrm>
              <a:off x="5736412" y="3599163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 h="0">
                  <a:moveTo>
                    <a:pt x="0" y="0"/>
                  </a:moveTo>
                  <a:lnTo>
                    <a:pt x="1350378" y="0"/>
                  </a:lnTo>
                </a:path>
              </a:pathLst>
            </a:custGeom>
            <a:ln w="12598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6416" y="3665183"/>
              <a:ext cx="334886" cy="33488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102708" y="3745508"/>
            <a:ext cx="8972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b="1">
                <a:latin typeface="Montserrat"/>
                <a:cs typeface="Montserrat"/>
              </a:rPr>
              <a:t>Research</a:t>
            </a:r>
            <a:r>
              <a:rPr dirty="0" sz="800" spc="160" b="1">
                <a:latin typeface="Montserrat"/>
                <a:cs typeface="Montserrat"/>
              </a:rPr>
              <a:t> </a:t>
            </a:r>
            <a:r>
              <a:rPr dirty="0" sz="800" spc="-10" b="1">
                <a:latin typeface="Montserrat"/>
                <a:cs typeface="Montserrat"/>
              </a:rPr>
              <a:t>Focus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50982" y="4008427"/>
            <a:ext cx="949960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4465">
              <a:lnSpc>
                <a:spcPct val="103099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Quantum-</a:t>
            </a:r>
            <a:r>
              <a:rPr dirty="0" sz="1000" spc="-20">
                <a:latin typeface="Times New Roman"/>
                <a:cs typeface="Times New Roman"/>
              </a:rPr>
              <a:t>Safe </a:t>
            </a:r>
            <a:r>
              <a:rPr dirty="0" sz="1000" spc="-10">
                <a:latin typeface="Times New Roman"/>
                <a:cs typeface="Times New Roman"/>
              </a:rPr>
              <a:t>Cryptography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Cyber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Security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79563" y="1306127"/>
            <a:ext cx="1584325" cy="3324225"/>
            <a:chOff x="2079563" y="1306127"/>
            <a:chExt cx="1584325" cy="3324225"/>
          </a:xfrm>
        </p:grpSpPr>
        <p:sp>
          <p:nvSpPr>
            <p:cNvPr id="33" name="object 33"/>
            <p:cNvSpPr/>
            <p:nvPr/>
          </p:nvSpPr>
          <p:spPr>
            <a:xfrm>
              <a:off x="2097026" y="1323590"/>
              <a:ext cx="1549400" cy="3289300"/>
            </a:xfrm>
            <a:custGeom>
              <a:avLst/>
              <a:gdLst/>
              <a:ahLst/>
              <a:cxnLst/>
              <a:rect l="l" t="t" r="r" b="b"/>
              <a:pathLst>
                <a:path w="1549400" h="3289300">
                  <a:moveTo>
                    <a:pt x="127165" y="0"/>
                  </a:moveTo>
                  <a:lnTo>
                    <a:pt x="76581" y="10477"/>
                  </a:lnTo>
                  <a:lnTo>
                    <a:pt x="38722" y="35775"/>
                  </a:lnTo>
                  <a:lnTo>
                    <a:pt x="11328" y="74676"/>
                  </a:lnTo>
                  <a:lnTo>
                    <a:pt x="254" y="118846"/>
                  </a:lnTo>
                  <a:lnTo>
                    <a:pt x="0" y="3163811"/>
                  </a:lnTo>
                  <a:lnTo>
                    <a:pt x="1079" y="3178327"/>
                  </a:lnTo>
                  <a:lnTo>
                    <a:pt x="16002" y="3223514"/>
                  </a:lnTo>
                  <a:lnTo>
                    <a:pt x="44881" y="3258705"/>
                  </a:lnTo>
                  <a:lnTo>
                    <a:pt x="88265" y="3282823"/>
                  </a:lnTo>
                  <a:lnTo>
                    <a:pt x="1421917" y="3288893"/>
                  </a:lnTo>
                  <a:lnTo>
                    <a:pt x="1436458" y="3288080"/>
                  </a:lnTo>
                  <a:lnTo>
                    <a:pt x="1483702" y="3272891"/>
                  </a:lnTo>
                  <a:lnTo>
                    <a:pt x="1518894" y="3244011"/>
                  </a:lnTo>
                  <a:lnTo>
                    <a:pt x="1542999" y="3200628"/>
                  </a:lnTo>
                  <a:lnTo>
                    <a:pt x="1549082" y="125082"/>
                  </a:lnTo>
                  <a:lnTo>
                    <a:pt x="1548003" y="110566"/>
                  </a:lnTo>
                  <a:lnTo>
                    <a:pt x="1533080" y="65379"/>
                  </a:lnTo>
                  <a:lnTo>
                    <a:pt x="1504200" y="30187"/>
                  </a:lnTo>
                  <a:lnTo>
                    <a:pt x="1460817" y="6083"/>
                  </a:lnTo>
                  <a:lnTo>
                    <a:pt x="1271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097026" y="1323590"/>
              <a:ext cx="1549400" cy="3289300"/>
            </a:xfrm>
            <a:custGeom>
              <a:avLst/>
              <a:gdLst/>
              <a:ahLst/>
              <a:cxnLst/>
              <a:rect l="l" t="t" r="r" b="b"/>
              <a:pathLst>
                <a:path w="1549400" h="3289300">
                  <a:moveTo>
                    <a:pt x="127165" y="0"/>
                  </a:moveTo>
                  <a:lnTo>
                    <a:pt x="1421917" y="0"/>
                  </a:lnTo>
                  <a:lnTo>
                    <a:pt x="1424000" y="0"/>
                  </a:lnTo>
                  <a:lnTo>
                    <a:pt x="1426083" y="50"/>
                  </a:lnTo>
                  <a:lnTo>
                    <a:pt x="1428153" y="152"/>
                  </a:lnTo>
                  <a:lnTo>
                    <a:pt x="1430235" y="254"/>
                  </a:lnTo>
                  <a:lnTo>
                    <a:pt x="1432318" y="406"/>
                  </a:lnTo>
                  <a:lnTo>
                    <a:pt x="1434388" y="609"/>
                  </a:lnTo>
                  <a:lnTo>
                    <a:pt x="1436458" y="812"/>
                  </a:lnTo>
                  <a:lnTo>
                    <a:pt x="1438516" y="1066"/>
                  </a:lnTo>
                  <a:lnTo>
                    <a:pt x="1476286" y="12204"/>
                  </a:lnTo>
                  <a:lnTo>
                    <a:pt x="1487297" y="18097"/>
                  </a:lnTo>
                  <a:lnTo>
                    <a:pt x="1489075" y="19164"/>
                  </a:lnTo>
                  <a:lnTo>
                    <a:pt x="1502587" y="28867"/>
                  </a:lnTo>
                  <a:lnTo>
                    <a:pt x="1504200" y="30187"/>
                  </a:lnTo>
                  <a:lnTo>
                    <a:pt x="1505775" y="31546"/>
                  </a:lnTo>
                  <a:lnTo>
                    <a:pt x="1507312" y="32943"/>
                  </a:lnTo>
                  <a:lnTo>
                    <a:pt x="1508861" y="34340"/>
                  </a:lnTo>
                  <a:lnTo>
                    <a:pt x="1516138" y="41770"/>
                  </a:lnTo>
                  <a:lnTo>
                    <a:pt x="1517535" y="43307"/>
                  </a:lnTo>
                  <a:lnTo>
                    <a:pt x="1518894" y="44881"/>
                  </a:lnTo>
                  <a:lnTo>
                    <a:pt x="1520215" y="46494"/>
                  </a:lnTo>
                  <a:lnTo>
                    <a:pt x="1521536" y="48094"/>
                  </a:lnTo>
                  <a:lnTo>
                    <a:pt x="1522818" y="49745"/>
                  </a:lnTo>
                  <a:lnTo>
                    <a:pt x="1524050" y="51409"/>
                  </a:lnTo>
                  <a:lnTo>
                    <a:pt x="1525295" y="53086"/>
                  </a:lnTo>
                  <a:lnTo>
                    <a:pt x="1530985" y="61785"/>
                  </a:lnTo>
                  <a:lnTo>
                    <a:pt x="1532064" y="63576"/>
                  </a:lnTo>
                  <a:lnTo>
                    <a:pt x="1533080" y="65379"/>
                  </a:lnTo>
                  <a:lnTo>
                    <a:pt x="1534058" y="67221"/>
                  </a:lnTo>
                  <a:lnTo>
                    <a:pt x="1535049" y="69049"/>
                  </a:lnTo>
                  <a:lnTo>
                    <a:pt x="1539392" y="78498"/>
                  </a:lnTo>
                  <a:lnTo>
                    <a:pt x="1540192" y="80416"/>
                  </a:lnTo>
                  <a:lnTo>
                    <a:pt x="1540941" y="82359"/>
                  </a:lnTo>
                  <a:lnTo>
                    <a:pt x="1541640" y="84328"/>
                  </a:lnTo>
                  <a:lnTo>
                    <a:pt x="1542351" y="86283"/>
                  </a:lnTo>
                  <a:lnTo>
                    <a:pt x="1545259" y="96266"/>
                  </a:lnTo>
                  <a:lnTo>
                    <a:pt x="1545767" y="98285"/>
                  </a:lnTo>
                  <a:lnTo>
                    <a:pt x="1547698" y="108508"/>
                  </a:lnTo>
                  <a:lnTo>
                    <a:pt x="1548003" y="110566"/>
                  </a:lnTo>
                  <a:lnTo>
                    <a:pt x="1548257" y="112623"/>
                  </a:lnTo>
                  <a:lnTo>
                    <a:pt x="1548460" y="114693"/>
                  </a:lnTo>
                  <a:lnTo>
                    <a:pt x="1548663" y="116763"/>
                  </a:lnTo>
                  <a:lnTo>
                    <a:pt x="1548815" y="118846"/>
                  </a:lnTo>
                  <a:lnTo>
                    <a:pt x="1548917" y="120916"/>
                  </a:lnTo>
                  <a:lnTo>
                    <a:pt x="1549031" y="122999"/>
                  </a:lnTo>
                  <a:lnTo>
                    <a:pt x="1549082" y="125082"/>
                  </a:lnTo>
                  <a:lnTo>
                    <a:pt x="1549082" y="127165"/>
                  </a:lnTo>
                  <a:lnTo>
                    <a:pt x="1549082" y="3161728"/>
                  </a:lnTo>
                  <a:lnTo>
                    <a:pt x="1549082" y="3163811"/>
                  </a:lnTo>
                  <a:lnTo>
                    <a:pt x="1549031" y="3165894"/>
                  </a:lnTo>
                  <a:lnTo>
                    <a:pt x="1548917" y="3167964"/>
                  </a:lnTo>
                  <a:lnTo>
                    <a:pt x="1548815" y="3170047"/>
                  </a:lnTo>
                  <a:lnTo>
                    <a:pt x="1548663" y="3172129"/>
                  </a:lnTo>
                  <a:lnTo>
                    <a:pt x="1548460" y="3174199"/>
                  </a:lnTo>
                  <a:lnTo>
                    <a:pt x="1548257" y="3176270"/>
                  </a:lnTo>
                  <a:lnTo>
                    <a:pt x="1548003" y="3178327"/>
                  </a:lnTo>
                  <a:lnTo>
                    <a:pt x="1547698" y="3180384"/>
                  </a:lnTo>
                  <a:lnTo>
                    <a:pt x="1547393" y="3182442"/>
                  </a:lnTo>
                  <a:lnTo>
                    <a:pt x="1545259" y="3192627"/>
                  </a:lnTo>
                  <a:lnTo>
                    <a:pt x="1544764" y="3194646"/>
                  </a:lnTo>
                  <a:lnTo>
                    <a:pt x="1541640" y="3204565"/>
                  </a:lnTo>
                  <a:lnTo>
                    <a:pt x="1540941" y="3206534"/>
                  </a:lnTo>
                  <a:lnTo>
                    <a:pt x="1540192" y="3208477"/>
                  </a:lnTo>
                  <a:lnTo>
                    <a:pt x="1539392" y="3210394"/>
                  </a:lnTo>
                  <a:lnTo>
                    <a:pt x="1538605" y="3212312"/>
                  </a:lnTo>
                  <a:lnTo>
                    <a:pt x="1537766" y="3214217"/>
                  </a:lnTo>
                  <a:lnTo>
                    <a:pt x="1536877" y="3216097"/>
                  </a:lnTo>
                  <a:lnTo>
                    <a:pt x="1535988" y="3217989"/>
                  </a:lnTo>
                  <a:lnTo>
                    <a:pt x="1535049" y="3219843"/>
                  </a:lnTo>
                  <a:lnTo>
                    <a:pt x="1534058" y="3221685"/>
                  </a:lnTo>
                  <a:lnTo>
                    <a:pt x="1533080" y="3223514"/>
                  </a:lnTo>
                  <a:lnTo>
                    <a:pt x="1532064" y="3225317"/>
                  </a:lnTo>
                  <a:lnTo>
                    <a:pt x="1530985" y="3227108"/>
                  </a:lnTo>
                  <a:lnTo>
                    <a:pt x="1529918" y="3228886"/>
                  </a:lnTo>
                  <a:lnTo>
                    <a:pt x="1524050" y="3237484"/>
                  </a:lnTo>
                  <a:lnTo>
                    <a:pt x="1522818" y="3239147"/>
                  </a:lnTo>
                  <a:lnTo>
                    <a:pt x="1521536" y="3240786"/>
                  </a:lnTo>
                  <a:lnTo>
                    <a:pt x="1520215" y="3242398"/>
                  </a:lnTo>
                  <a:lnTo>
                    <a:pt x="1518894" y="3244011"/>
                  </a:lnTo>
                  <a:lnTo>
                    <a:pt x="1511833" y="3251644"/>
                  </a:lnTo>
                  <a:lnTo>
                    <a:pt x="1510360" y="3253117"/>
                  </a:lnTo>
                  <a:lnTo>
                    <a:pt x="1508861" y="3254552"/>
                  </a:lnTo>
                  <a:lnTo>
                    <a:pt x="1507312" y="3255949"/>
                  </a:lnTo>
                  <a:lnTo>
                    <a:pt x="1505775" y="3257346"/>
                  </a:lnTo>
                  <a:lnTo>
                    <a:pt x="1504200" y="3258705"/>
                  </a:lnTo>
                  <a:lnTo>
                    <a:pt x="1502587" y="3260026"/>
                  </a:lnTo>
                  <a:lnTo>
                    <a:pt x="1500974" y="3261347"/>
                  </a:lnTo>
                  <a:lnTo>
                    <a:pt x="1499336" y="3262629"/>
                  </a:lnTo>
                  <a:lnTo>
                    <a:pt x="1497672" y="3263861"/>
                  </a:lnTo>
                  <a:lnTo>
                    <a:pt x="1495996" y="3265106"/>
                  </a:lnTo>
                  <a:lnTo>
                    <a:pt x="1494294" y="3266313"/>
                  </a:lnTo>
                  <a:lnTo>
                    <a:pt x="1492567" y="3267468"/>
                  </a:lnTo>
                  <a:lnTo>
                    <a:pt x="1490840" y="3268624"/>
                  </a:lnTo>
                  <a:lnTo>
                    <a:pt x="1489075" y="3269729"/>
                  </a:lnTo>
                  <a:lnTo>
                    <a:pt x="1487297" y="3270796"/>
                  </a:lnTo>
                  <a:lnTo>
                    <a:pt x="1485506" y="3271875"/>
                  </a:lnTo>
                  <a:lnTo>
                    <a:pt x="1483702" y="3272891"/>
                  </a:lnTo>
                  <a:lnTo>
                    <a:pt x="1481861" y="3273869"/>
                  </a:lnTo>
                  <a:lnTo>
                    <a:pt x="1480019" y="3274860"/>
                  </a:lnTo>
                  <a:lnTo>
                    <a:pt x="1464754" y="3281464"/>
                  </a:lnTo>
                  <a:lnTo>
                    <a:pt x="1462798" y="3282162"/>
                  </a:lnTo>
                  <a:lnTo>
                    <a:pt x="1460817" y="3282823"/>
                  </a:lnTo>
                  <a:lnTo>
                    <a:pt x="1458836" y="3283419"/>
                  </a:lnTo>
                  <a:lnTo>
                    <a:pt x="1456842" y="3284029"/>
                  </a:lnTo>
                  <a:lnTo>
                    <a:pt x="1440573" y="3287509"/>
                  </a:lnTo>
                  <a:lnTo>
                    <a:pt x="1438516" y="3287826"/>
                  </a:lnTo>
                  <a:lnTo>
                    <a:pt x="1436458" y="3288080"/>
                  </a:lnTo>
                  <a:lnTo>
                    <a:pt x="1434388" y="3288271"/>
                  </a:lnTo>
                  <a:lnTo>
                    <a:pt x="1432318" y="3288487"/>
                  </a:lnTo>
                  <a:lnTo>
                    <a:pt x="1430235" y="3288639"/>
                  </a:lnTo>
                  <a:lnTo>
                    <a:pt x="1428153" y="3288741"/>
                  </a:lnTo>
                  <a:lnTo>
                    <a:pt x="1426083" y="3288842"/>
                  </a:lnTo>
                  <a:lnTo>
                    <a:pt x="1424000" y="3288893"/>
                  </a:lnTo>
                  <a:lnTo>
                    <a:pt x="1421917" y="3288893"/>
                  </a:lnTo>
                  <a:lnTo>
                    <a:pt x="127165" y="3288893"/>
                  </a:lnTo>
                  <a:lnTo>
                    <a:pt x="125082" y="3288893"/>
                  </a:lnTo>
                  <a:lnTo>
                    <a:pt x="122999" y="3288842"/>
                  </a:lnTo>
                  <a:lnTo>
                    <a:pt x="120929" y="3288741"/>
                  </a:lnTo>
                  <a:lnTo>
                    <a:pt x="118846" y="3288639"/>
                  </a:lnTo>
                  <a:lnTo>
                    <a:pt x="116776" y="3288487"/>
                  </a:lnTo>
                  <a:lnTo>
                    <a:pt x="114706" y="3288271"/>
                  </a:lnTo>
                  <a:lnTo>
                    <a:pt x="112636" y="3288080"/>
                  </a:lnTo>
                  <a:lnTo>
                    <a:pt x="110566" y="3287826"/>
                  </a:lnTo>
                  <a:lnTo>
                    <a:pt x="108508" y="3287509"/>
                  </a:lnTo>
                  <a:lnTo>
                    <a:pt x="106451" y="3287217"/>
                  </a:lnTo>
                  <a:lnTo>
                    <a:pt x="96266" y="3285083"/>
                  </a:lnTo>
                  <a:lnTo>
                    <a:pt x="94246" y="3284575"/>
                  </a:lnTo>
                  <a:lnTo>
                    <a:pt x="92240" y="3284029"/>
                  </a:lnTo>
                  <a:lnTo>
                    <a:pt x="90246" y="3283419"/>
                  </a:lnTo>
                  <a:lnTo>
                    <a:pt x="88265" y="3282823"/>
                  </a:lnTo>
                  <a:lnTo>
                    <a:pt x="72796" y="3276688"/>
                  </a:lnTo>
                  <a:lnTo>
                    <a:pt x="70916" y="3275799"/>
                  </a:lnTo>
                  <a:lnTo>
                    <a:pt x="69062" y="3274860"/>
                  </a:lnTo>
                  <a:lnTo>
                    <a:pt x="67221" y="3273869"/>
                  </a:lnTo>
                  <a:lnTo>
                    <a:pt x="65392" y="3272891"/>
                  </a:lnTo>
                  <a:lnTo>
                    <a:pt x="63576" y="3271875"/>
                  </a:lnTo>
                  <a:lnTo>
                    <a:pt x="61785" y="3270796"/>
                  </a:lnTo>
                  <a:lnTo>
                    <a:pt x="60007" y="3269729"/>
                  </a:lnTo>
                  <a:lnTo>
                    <a:pt x="58242" y="3268624"/>
                  </a:lnTo>
                  <a:lnTo>
                    <a:pt x="56515" y="3267468"/>
                  </a:lnTo>
                  <a:lnTo>
                    <a:pt x="54787" y="3266313"/>
                  </a:lnTo>
                  <a:lnTo>
                    <a:pt x="53086" y="3265106"/>
                  </a:lnTo>
                  <a:lnTo>
                    <a:pt x="51409" y="3263861"/>
                  </a:lnTo>
                  <a:lnTo>
                    <a:pt x="49745" y="3262629"/>
                  </a:lnTo>
                  <a:lnTo>
                    <a:pt x="41770" y="3255949"/>
                  </a:lnTo>
                  <a:lnTo>
                    <a:pt x="40220" y="3254552"/>
                  </a:lnTo>
                  <a:lnTo>
                    <a:pt x="38722" y="3253117"/>
                  </a:lnTo>
                  <a:lnTo>
                    <a:pt x="37249" y="3251644"/>
                  </a:lnTo>
                  <a:lnTo>
                    <a:pt x="35775" y="3250184"/>
                  </a:lnTo>
                  <a:lnTo>
                    <a:pt x="28867" y="3242398"/>
                  </a:lnTo>
                  <a:lnTo>
                    <a:pt x="27546" y="3240786"/>
                  </a:lnTo>
                  <a:lnTo>
                    <a:pt x="26263" y="3239147"/>
                  </a:lnTo>
                  <a:lnTo>
                    <a:pt x="25031" y="3237484"/>
                  </a:lnTo>
                  <a:lnTo>
                    <a:pt x="23787" y="3235807"/>
                  </a:lnTo>
                  <a:lnTo>
                    <a:pt x="22593" y="3234105"/>
                  </a:lnTo>
                  <a:lnTo>
                    <a:pt x="21437" y="3232378"/>
                  </a:lnTo>
                  <a:lnTo>
                    <a:pt x="20281" y="3230651"/>
                  </a:lnTo>
                  <a:lnTo>
                    <a:pt x="15024" y="3221685"/>
                  </a:lnTo>
                  <a:lnTo>
                    <a:pt x="14033" y="3219843"/>
                  </a:lnTo>
                  <a:lnTo>
                    <a:pt x="13106" y="3217989"/>
                  </a:lnTo>
                  <a:lnTo>
                    <a:pt x="12217" y="3216097"/>
                  </a:lnTo>
                  <a:lnTo>
                    <a:pt x="11328" y="3214217"/>
                  </a:lnTo>
                  <a:lnTo>
                    <a:pt x="7442" y="3204565"/>
                  </a:lnTo>
                  <a:lnTo>
                    <a:pt x="6731" y="3202609"/>
                  </a:lnTo>
                  <a:lnTo>
                    <a:pt x="1384" y="3180384"/>
                  </a:lnTo>
                  <a:lnTo>
                    <a:pt x="1079" y="3178327"/>
                  </a:lnTo>
                  <a:lnTo>
                    <a:pt x="152" y="3167964"/>
                  </a:lnTo>
                  <a:lnTo>
                    <a:pt x="50" y="3165894"/>
                  </a:lnTo>
                  <a:lnTo>
                    <a:pt x="0" y="3163811"/>
                  </a:lnTo>
                  <a:lnTo>
                    <a:pt x="0" y="3161728"/>
                  </a:lnTo>
                  <a:lnTo>
                    <a:pt x="0" y="127165"/>
                  </a:lnTo>
                  <a:lnTo>
                    <a:pt x="0" y="125082"/>
                  </a:lnTo>
                  <a:lnTo>
                    <a:pt x="50" y="122999"/>
                  </a:lnTo>
                  <a:lnTo>
                    <a:pt x="1384" y="108508"/>
                  </a:lnTo>
                  <a:lnTo>
                    <a:pt x="1689" y="106438"/>
                  </a:lnTo>
                  <a:lnTo>
                    <a:pt x="7442" y="84328"/>
                  </a:lnTo>
                  <a:lnTo>
                    <a:pt x="8140" y="82359"/>
                  </a:lnTo>
                  <a:lnTo>
                    <a:pt x="12217" y="72796"/>
                  </a:lnTo>
                  <a:lnTo>
                    <a:pt x="13106" y="70916"/>
                  </a:lnTo>
                  <a:lnTo>
                    <a:pt x="14033" y="69049"/>
                  </a:lnTo>
                  <a:lnTo>
                    <a:pt x="15024" y="67221"/>
                  </a:lnTo>
                  <a:lnTo>
                    <a:pt x="16002" y="65379"/>
                  </a:lnTo>
                  <a:lnTo>
                    <a:pt x="21437" y="56515"/>
                  </a:lnTo>
                  <a:lnTo>
                    <a:pt x="22593" y="54787"/>
                  </a:lnTo>
                  <a:lnTo>
                    <a:pt x="23787" y="53086"/>
                  </a:lnTo>
                  <a:lnTo>
                    <a:pt x="25031" y="51409"/>
                  </a:lnTo>
                  <a:lnTo>
                    <a:pt x="26263" y="49745"/>
                  </a:lnTo>
                  <a:lnTo>
                    <a:pt x="27546" y="48094"/>
                  </a:lnTo>
                  <a:lnTo>
                    <a:pt x="28867" y="46494"/>
                  </a:lnTo>
                  <a:lnTo>
                    <a:pt x="30187" y="44881"/>
                  </a:lnTo>
                  <a:lnTo>
                    <a:pt x="31546" y="43307"/>
                  </a:lnTo>
                  <a:lnTo>
                    <a:pt x="32943" y="41770"/>
                  </a:lnTo>
                  <a:lnTo>
                    <a:pt x="34340" y="40220"/>
                  </a:lnTo>
                  <a:lnTo>
                    <a:pt x="41770" y="32943"/>
                  </a:lnTo>
                  <a:lnTo>
                    <a:pt x="43307" y="31546"/>
                  </a:lnTo>
                  <a:lnTo>
                    <a:pt x="61785" y="18097"/>
                  </a:lnTo>
                  <a:lnTo>
                    <a:pt x="63576" y="17018"/>
                  </a:lnTo>
                  <a:lnTo>
                    <a:pt x="72796" y="12204"/>
                  </a:lnTo>
                  <a:lnTo>
                    <a:pt x="74676" y="11315"/>
                  </a:lnTo>
                  <a:lnTo>
                    <a:pt x="96266" y="3810"/>
                  </a:lnTo>
                  <a:lnTo>
                    <a:pt x="98285" y="3302"/>
                  </a:lnTo>
                  <a:lnTo>
                    <a:pt x="100317" y="2844"/>
                  </a:lnTo>
                  <a:lnTo>
                    <a:pt x="102362" y="2438"/>
                  </a:lnTo>
                  <a:lnTo>
                    <a:pt x="104394" y="2032"/>
                  </a:lnTo>
                  <a:lnTo>
                    <a:pt x="106451" y="1676"/>
                  </a:lnTo>
                  <a:lnTo>
                    <a:pt x="108508" y="1371"/>
                  </a:lnTo>
                  <a:lnTo>
                    <a:pt x="110566" y="1066"/>
                  </a:lnTo>
                  <a:lnTo>
                    <a:pt x="112636" y="812"/>
                  </a:lnTo>
                  <a:lnTo>
                    <a:pt x="114706" y="609"/>
                  </a:lnTo>
                  <a:lnTo>
                    <a:pt x="116776" y="406"/>
                  </a:lnTo>
                  <a:lnTo>
                    <a:pt x="118846" y="254"/>
                  </a:lnTo>
                  <a:lnTo>
                    <a:pt x="120929" y="152"/>
                  </a:lnTo>
                  <a:lnTo>
                    <a:pt x="122999" y="50"/>
                  </a:lnTo>
                  <a:lnTo>
                    <a:pt x="125082" y="0"/>
                  </a:lnTo>
                  <a:lnTo>
                    <a:pt x="127165" y="0"/>
                  </a:lnTo>
                  <a:close/>
                </a:path>
              </a:pathLst>
            </a:custGeom>
            <a:ln w="34429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3061" y="1456817"/>
              <a:ext cx="1326972" cy="132697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85060" y="1499590"/>
              <a:ext cx="1171168" cy="128419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528329" y="2918018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69" h="0">
                  <a:moveTo>
                    <a:pt x="0" y="0"/>
                  </a:moveTo>
                  <a:lnTo>
                    <a:pt x="686473" y="0"/>
                  </a:lnTo>
                </a:path>
              </a:pathLst>
            </a:custGeom>
            <a:ln w="31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404399" y="3031394"/>
            <a:ext cx="93281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10" b="1">
                <a:latin typeface="Times New Roman"/>
                <a:cs typeface="Times New Roman"/>
                <a:hlinkClick r:id="rId11"/>
              </a:rPr>
              <a:t>Dr.</a:t>
            </a:r>
            <a:r>
              <a:rPr dirty="0" sz="950" spc="-25" b="1">
                <a:latin typeface="Times New Roman"/>
                <a:cs typeface="Times New Roman"/>
              </a:rPr>
              <a:t> </a:t>
            </a:r>
            <a:r>
              <a:rPr dirty="0" sz="950" b="1">
                <a:solidFill>
                  <a:srgbClr val="C9211E"/>
                </a:solidFill>
                <a:latin typeface="Times New Roman"/>
                <a:cs typeface="Times New Roman"/>
                <a:hlinkClick r:id="rId11"/>
              </a:rPr>
              <a:t>Basudeb</a:t>
            </a:r>
            <a:r>
              <a:rPr dirty="0" sz="950" spc="-20" b="1">
                <a:solidFill>
                  <a:srgbClr val="C9211E"/>
                </a:solidFill>
                <a:latin typeface="Times New Roman"/>
                <a:cs typeface="Times New Roman"/>
                <a:hlinkClick r:id="rId11"/>
              </a:rPr>
              <a:t> Sain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17071" y="3296180"/>
            <a:ext cx="74168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1250C4"/>
                </a:solidFill>
                <a:latin typeface="Times New Roman"/>
                <a:cs typeface="Times New Roman"/>
              </a:rPr>
              <a:t>Group </a:t>
            </a:r>
            <a:r>
              <a:rPr dirty="0" sz="1000" spc="-10">
                <a:solidFill>
                  <a:srgbClr val="1250C4"/>
                </a:solidFill>
                <a:latin typeface="Times New Roman"/>
                <a:cs typeface="Times New Roman"/>
              </a:rPr>
              <a:t>Leader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179958" y="3597739"/>
            <a:ext cx="1388110" cy="396240"/>
            <a:chOff x="2179958" y="3597739"/>
            <a:chExt cx="1388110" cy="396240"/>
          </a:xfrm>
        </p:grpSpPr>
        <p:sp>
          <p:nvSpPr>
            <p:cNvPr id="41" name="object 41"/>
            <p:cNvSpPr/>
            <p:nvPr/>
          </p:nvSpPr>
          <p:spPr>
            <a:xfrm>
              <a:off x="2198573" y="3604407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10" h="0">
                  <a:moveTo>
                    <a:pt x="0" y="0"/>
                  </a:moveTo>
                  <a:lnTo>
                    <a:pt x="1362494" y="0"/>
                  </a:lnTo>
                </a:path>
              </a:pathLst>
            </a:custGeom>
            <a:ln w="12712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79958" y="3655613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8948" y="0"/>
                  </a:moveTo>
                  <a:lnTo>
                    <a:pt x="124035" y="6034"/>
                  </a:lnTo>
                  <a:lnTo>
                    <a:pt x="83677" y="23063"/>
                  </a:lnTo>
                  <a:lnTo>
                    <a:pt x="49483" y="49479"/>
                  </a:lnTo>
                  <a:lnTo>
                    <a:pt x="23066" y="83671"/>
                  </a:lnTo>
                  <a:lnTo>
                    <a:pt x="6035" y="124030"/>
                  </a:lnTo>
                  <a:lnTo>
                    <a:pt x="0" y="168948"/>
                  </a:lnTo>
                  <a:lnTo>
                    <a:pt x="6035" y="213861"/>
                  </a:lnTo>
                  <a:lnTo>
                    <a:pt x="23066" y="254219"/>
                  </a:lnTo>
                  <a:lnTo>
                    <a:pt x="49483" y="288412"/>
                  </a:lnTo>
                  <a:lnTo>
                    <a:pt x="83677" y="314829"/>
                  </a:lnTo>
                  <a:lnTo>
                    <a:pt x="124035" y="331861"/>
                  </a:lnTo>
                  <a:lnTo>
                    <a:pt x="168948" y="337896"/>
                  </a:lnTo>
                  <a:lnTo>
                    <a:pt x="213861" y="331861"/>
                  </a:lnTo>
                  <a:lnTo>
                    <a:pt x="254219" y="314829"/>
                  </a:lnTo>
                  <a:lnTo>
                    <a:pt x="288412" y="288412"/>
                  </a:lnTo>
                  <a:lnTo>
                    <a:pt x="314829" y="254219"/>
                  </a:lnTo>
                  <a:lnTo>
                    <a:pt x="331861" y="213861"/>
                  </a:lnTo>
                  <a:lnTo>
                    <a:pt x="337896" y="168948"/>
                  </a:lnTo>
                  <a:lnTo>
                    <a:pt x="331861" y="124030"/>
                  </a:lnTo>
                  <a:lnTo>
                    <a:pt x="314829" y="83671"/>
                  </a:lnTo>
                  <a:lnTo>
                    <a:pt x="288412" y="49479"/>
                  </a:lnTo>
                  <a:lnTo>
                    <a:pt x="254219" y="23063"/>
                  </a:lnTo>
                  <a:lnTo>
                    <a:pt x="213861" y="6034"/>
                  </a:lnTo>
                  <a:lnTo>
                    <a:pt x="168948" y="0"/>
                  </a:lnTo>
                  <a:close/>
                </a:path>
              </a:pathLst>
            </a:custGeom>
            <a:solidFill>
              <a:srgbClr val="1250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43899" y="3704014"/>
              <a:ext cx="210007" cy="210011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2554785" y="3736768"/>
            <a:ext cx="741045" cy="154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 b="1">
                <a:latin typeface="Times New Roman"/>
                <a:cs typeface="Times New Roman"/>
              </a:rPr>
              <a:t>Research</a:t>
            </a:r>
            <a:r>
              <a:rPr dirty="0" sz="850" spc="1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Focus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92615" y="4014149"/>
            <a:ext cx="1141730" cy="5016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just" marL="12700" marR="5080">
              <a:lnSpc>
                <a:spcPts val="1250"/>
              </a:lnSpc>
              <a:spcBef>
                <a:spcPts val="140"/>
              </a:spcBef>
            </a:pPr>
            <a:r>
              <a:rPr dirty="0" sz="1050" spc="-10">
                <a:latin typeface="Times New Roman"/>
                <a:cs typeface="Times New Roman"/>
              </a:rPr>
              <a:t>Photonics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 </a:t>
            </a:r>
            <a:r>
              <a:rPr dirty="0" sz="1050" spc="-10">
                <a:latin typeface="Times New Roman"/>
                <a:cs typeface="Times New Roman"/>
              </a:rPr>
              <a:t>Quantum Photonics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&amp;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Optical Metasurfaces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334044" y="1306291"/>
            <a:ext cx="1569720" cy="3323590"/>
            <a:chOff x="7334044" y="1306291"/>
            <a:chExt cx="1569720" cy="3323590"/>
          </a:xfrm>
        </p:grpSpPr>
        <p:sp>
          <p:nvSpPr>
            <p:cNvPr id="47" name="object 47"/>
            <p:cNvSpPr/>
            <p:nvPr/>
          </p:nvSpPr>
          <p:spPr>
            <a:xfrm>
              <a:off x="7351189" y="1323436"/>
              <a:ext cx="1535430" cy="3289300"/>
            </a:xfrm>
            <a:custGeom>
              <a:avLst/>
              <a:gdLst/>
              <a:ahLst/>
              <a:cxnLst/>
              <a:rect l="l" t="t" r="r" b="b"/>
              <a:pathLst>
                <a:path w="1535429" h="3289300">
                  <a:moveTo>
                    <a:pt x="126034" y="0"/>
                  </a:moveTo>
                  <a:lnTo>
                    <a:pt x="123977" y="0"/>
                  </a:lnTo>
                  <a:lnTo>
                    <a:pt x="109588" y="1066"/>
                  </a:lnTo>
                  <a:lnTo>
                    <a:pt x="63017" y="16865"/>
                  </a:lnTo>
                  <a:lnTo>
                    <a:pt x="27304" y="47675"/>
                  </a:lnTo>
                  <a:lnTo>
                    <a:pt x="6032" y="87477"/>
                  </a:lnTo>
                  <a:lnTo>
                    <a:pt x="0" y="3163163"/>
                  </a:lnTo>
                  <a:lnTo>
                    <a:pt x="812" y="3177565"/>
                  </a:lnTo>
                  <a:lnTo>
                    <a:pt x="14884" y="3222586"/>
                  </a:lnTo>
                  <a:lnTo>
                    <a:pt x="44488" y="3259277"/>
                  </a:lnTo>
                  <a:lnTo>
                    <a:pt x="85521" y="3282530"/>
                  </a:lnTo>
                  <a:lnTo>
                    <a:pt x="1411325" y="3289198"/>
                  </a:lnTo>
                  <a:lnTo>
                    <a:pt x="1425714" y="3288144"/>
                  </a:lnTo>
                  <a:lnTo>
                    <a:pt x="1472285" y="3272332"/>
                  </a:lnTo>
                  <a:lnTo>
                    <a:pt x="1507997" y="3241522"/>
                  </a:lnTo>
                  <a:lnTo>
                    <a:pt x="1529270" y="3201733"/>
                  </a:lnTo>
                  <a:lnTo>
                    <a:pt x="1535290" y="123964"/>
                  </a:lnTo>
                  <a:lnTo>
                    <a:pt x="1534236" y="109575"/>
                  </a:lnTo>
                  <a:lnTo>
                    <a:pt x="1519440" y="64795"/>
                  </a:lnTo>
                  <a:lnTo>
                    <a:pt x="1487627" y="27305"/>
                  </a:lnTo>
                  <a:lnTo>
                    <a:pt x="1447825" y="6019"/>
                  </a:lnTo>
                  <a:lnTo>
                    <a:pt x="126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351189" y="1323436"/>
              <a:ext cx="1535430" cy="3289300"/>
            </a:xfrm>
            <a:custGeom>
              <a:avLst/>
              <a:gdLst/>
              <a:ahLst/>
              <a:cxnLst/>
              <a:rect l="l" t="t" r="r" b="b"/>
              <a:pathLst>
                <a:path w="1535429" h="3289300">
                  <a:moveTo>
                    <a:pt x="126034" y="0"/>
                  </a:moveTo>
                  <a:lnTo>
                    <a:pt x="1409268" y="0"/>
                  </a:lnTo>
                  <a:lnTo>
                    <a:pt x="1411325" y="0"/>
                  </a:lnTo>
                  <a:lnTo>
                    <a:pt x="1413395" y="50"/>
                  </a:lnTo>
                  <a:lnTo>
                    <a:pt x="1415453" y="152"/>
                  </a:lnTo>
                  <a:lnTo>
                    <a:pt x="1417510" y="254"/>
                  </a:lnTo>
                  <a:lnTo>
                    <a:pt x="1419567" y="406"/>
                  </a:lnTo>
                  <a:lnTo>
                    <a:pt x="1433855" y="2425"/>
                  </a:lnTo>
                  <a:lnTo>
                    <a:pt x="1435874" y="2819"/>
                  </a:lnTo>
                  <a:lnTo>
                    <a:pt x="1463154" y="12103"/>
                  </a:lnTo>
                  <a:lnTo>
                    <a:pt x="1465021" y="12979"/>
                  </a:lnTo>
                  <a:lnTo>
                    <a:pt x="1466862" y="13906"/>
                  </a:lnTo>
                  <a:lnTo>
                    <a:pt x="1468678" y="14884"/>
                  </a:lnTo>
                  <a:lnTo>
                    <a:pt x="1470494" y="15849"/>
                  </a:lnTo>
                  <a:lnTo>
                    <a:pt x="1472285" y="16865"/>
                  </a:lnTo>
                  <a:lnTo>
                    <a:pt x="1474050" y="17932"/>
                  </a:lnTo>
                  <a:lnTo>
                    <a:pt x="1475828" y="18986"/>
                  </a:lnTo>
                  <a:lnTo>
                    <a:pt x="1484337" y="24803"/>
                  </a:lnTo>
                  <a:lnTo>
                    <a:pt x="1486001" y="26034"/>
                  </a:lnTo>
                  <a:lnTo>
                    <a:pt x="1487627" y="27305"/>
                  </a:lnTo>
                  <a:lnTo>
                    <a:pt x="1489214" y="28613"/>
                  </a:lnTo>
                  <a:lnTo>
                    <a:pt x="1490814" y="29921"/>
                  </a:lnTo>
                  <a:lnTo>
                    <a:pt x="1498384" y="36918"/>
                  </a:lnTo>
                  <a:lnTo>
                    <a:pt x="1499844" y="38366"/>
                  </a:lnTo>
                  <a:lnTo>
                    <a:pt x="1522310" y="70281"/>
                  </a:lnTo>
                  <a:lnTo>
                    <a:pt x="1525701" y="77800"/>
                  </a:lnTo>
                  <a:lnTo>
                    <a:pt x="1526489" y="79705"/>
                  </a:lnTo>
                  <a:lnTo>
                    <a:pt x="1527238" y="81635"/>
                  </a:lnTo>
                  <a:lnTo>
                    <a:pt x="1527924" y="83566"/>
                  </a:lnTo>
                  <a:lnTo>
                    <a:pt x="1528622" y="85509"/>
                  </a:lnTo>
                  <a:lnTo>
                    <a:pt x="1529270" y="87477"/>
                  </a:lnTo>
                  <a:lnTo>
                    <a:pt x="1529867" y="89446"/>
                  </a:lnTo>
                  <a:lnTo>
                    <a:pt x="1530464" y="91414"/>
                  </a:lnTo>
                  <a:lnTo>
                    <a:pt x="1531023" y="93408"/>
                  </a:lnTo>
                  <a:lnTo>
                    <a:pt x="1531518" y="95402"/>
                  </a:lnTo>
                  <a:lnTo>
                    <a:pt x="1532026" y="97409"/>
                  </a:lnTo>
                  <a:lnTo>
                    <a:pt x="1532470" y="99415"/>
                  </a:lnTo>
                  <a:lnTo>
                    <a:pt x="1532877" y="101447"/>
                  </a:lnTo>
                  <a:lnTo>
                    <a:pt x="1533283" y="103466"/>
                  </a:lnTo>
                  <a:lnTo>
                    <a:pt x="1533626" y="105498"/>
                  </a:lnTo>
                  <a:lnTo>
                    <a:pt x="1533931" y="107543"/>
                  </a:lnTo>
                  <a:lnTo>
                    <a:pt x="1534236" y="109575"/>
                  </a:lnTo>
                  <a:lnTo>
                    <a:pt x="1535290" y="123964"/>
                  </a:lnTo>
                  <a:lnTo>
                    <a:pt x="1535290" y="126034"/>
                  </a:lnTo>
                  <a:lnTo>
                    <a:pt x="1535290" y="3163163"/>
                  </a:lnTo>
                  <a:lnTo>
                    <a:pt x="1535290" y="3165233"/>
                  </a:lnTo>
                  <a:lnTo>
                    <a:pt x="1535239" y="3167291"/>
                  </a:lnTo>
                  <a:lnTo>
                    <a:pt x="1531518" y="3193783"/>
                  </a:lnTo>
                  <a:lnTo>
                    <a:pt x="1531023" y="3195789"/>
                  </a:lnTo>
                  <a:lnTo>
                    <a:pt x="1530464" y="3197783"/>
                  </a:lnTo>
                  <a:lnTo>
                    <a:pt x="1529867" y="3199752"/>
                  </a:lnTo>
                  <a:lnTo>
                    <a:pt x="1529270" y="3201733"/>
                  </a:lnTo>
                  <a:lnTo>
                    <a:pt x="1528622" y="3203689"/>
                  </a:lnTo>
                  <a:lnTo>
                    <a:pt x="1527924" y="3205632"/>
                  </a:lnTo>
                  <a:lnTo>
                    <a:pt x="1527238" y="3207575"/>
                  </a:lnTo>
                  <a:lnTo>
                    <a:pt x="1526489" y="3209493"/>
                  </a:lnTo>
                  <a:lnTo>
                    <a:pt x="1525701" y="3211398"/>
                  </a:lnTo>
                  <a:lnTo>
                    <a:pt x="1524914" y="3213303"/>
                  </a:lnTo>
                  <a:lnTo>
                    <a:pt x="1514055" y="3233178"/>
                  </a:lnTo>
                  <a:lnTo>
                    <a:pt x="1512912" y="3234905"/>
                  </a:lnTo>
                  <a:lnTo>
                    <a:pt x="1498384" y="3252279"/>
                  </a:lnTo>
                  <a:lnTo>
                    <a:pt x="1496923" y="3253740"/>
                  </a:lnTo>
                  <a:lnTo>
                    <a:pt x="1489214" y="3260585"/>
                  </a:lnTo>
                  <a:lnTo>
                    <a:pt x="1487627" y="3261893"/>
                  </a:lnTo>
                  <a:lnTo>
                    <a:pt x="1486001" y="3263163"/>
                  </a:lnTo>
                  <a:lnTo>
                    <a:pt x="1484337" y="3264395"/>
                  </a:lnTo>
                  <a:lnTo>
                    <a:pt x="1482686" y="3265627"/>
                  </a:lnTo>
                  <a:lnTo>
                    <a:pt x="1474050" y="3271266"/>
                  </a:lnTo>
                  <a:lnTo>
                    <a:pt x="1472285" y="3272332"/>
                  </a:lnTo>
                  <a:lnTo>
                    <a:pt x="1470494" y="3273336"/>
                  </a:lnTo>
                  <a:lnTo>
                    <a:pt x="1468678" y="3274314"/>
                  </a:lnTo>
                  <a:lnTo>
                    <a:pt x="1466862" y="3275291"/>
                  </a:lnTo>
                  <a:lnTo>
                    <a:pt x="1465021" y="3276219"/>
                  </a:lnTo>
                  <a:lnTo>
                    <a:pt x="1463154" y="3277095"/>
                  </a:lnTo>
                  <a:lnTo>
                    <a:pt x="1461287" y="3277971"/>
                  </a:lnTo>
                  <a:lnTo>
                    <a:pt x="1451724" y="3281832"/>
                  </a:lnTo>
                  <a:lnTo>
                    <a:pt x="1449781" y="3282530"/>
                  </a:lnTo>
                  <a:lnTo>
                    <a:pt x="1439887" y="3285413"/>
                  </a:lnTo>
                  <a:lnTo>
                    <a:pt x="1437893" y="3285921"/>
                  </a:lnTo>
                  <a:lnTo>
                    <a:pt x="1427759" y="3287839"/>
                  </a:lnTo>
                  <a:lnTo>
                    <a:pt x="1425714" y="3288144"/>
                  </a:lnTo>
                  <a:lnTo>
                    <a:pt x="1411325" y="3289198"/>
                  </a:lnTo>
                  <a:lnTo>
                    <a:pt x="1409268" y="3289198"/>
                  </a:lnTo>
                  <a:lnTo>
                    <a:pt x="126034" y="3289198"/>
                  </a:lnTo>
                  <a:lnTo>
                    <a:pt x="123977" y="3289198"/>
                  </a:lnTo>
                  <a:lnTo>
                    <a:pt x="121907" y="3289147"/>
                  </a:lnTo>
                  <a:lnTo>
                    <a:pt x="107543" y="3287839"/>
                  </a:lnTo>
                  <a:lnTo>
                    <a:pt x="105498" y="3287534"/>
                  </a:lnTo>
                  <a:lnTo>
                    <a:pt x="95415" y="3285413"/>
                  </a:lnTo>
                  <a:lnTo>
                    <a:pt x="93408" y="3284918"/>
                  </a:lnTo>
                  <a:lnTo>
                    <a:pt x="83578" y="3281832"/>
                  </a:lnTo>
                  <a:lnTo>
                    <a:pt x="81635" y="3281133"/>
                  </a:lnTo>
                  <a:lnTo>
                    <a:pt x="72148" y="3277095"/>
                  </a:lnTo>
                  <a:lnTo>
                    <a:pt x="70281" y="3276219"/>
                  </a:lnTo>
                  <a:lnTo>
                    <a:pt x="68440" y="3275291"/>
                  </a:lnTo>
                  <a:lnTo>
                    <a:pt x="66624" y="3274314"/>
                  </a:lnTo>
                  <a:lnTo>
                    <a:pt x="64808" y="3273336"/>
                  </a:lnTo>
                  <a:lnTo>
                    <a:pt x="63017" y="3272332"/>
                  </a:lnTo>
                  <a:lnTo>
                    <a:pt x="61239" y="3271266"/>
                  </a:lnTo>
                  <a:lnTo>
                    <a:pt x="59474" y="3270211"/>
                  </a:lnTo>
                  <a:lnTo>
                    <a:pt x="50965" y="3264395"/>
                  </a:lnTo>
                  <a:lnTo>
                    <a:pt x="49301" y="3263163"/>
                  </a:lnTo>
                  <a:lnTo>
                    <a:pt x="47675" y="3261893"/>
                  </a:lnTo>
                  <a:lnTo>
                    <a:pt x="46088" y="3260585"/>
                  </a:lnTo>
                  <a:lnTo>
                    <a:pt x="44488" y="3259277"/>
                  </a:lnTo>
                  <a:lnTo>
                    <a:pt x="42925" y="3257930"/>
                  </a:lnTo>
                  <a:lnTo>
                    <a:pt x="41401" y="3256546"/>
                  </a:lnTo>
                  <a:lnTo>
                    <a:pt x="39865" y="3255162"/>
                  </a:lnTo>
                  <a:lnTo>
                    <a:pt x="38379" y="3253740"/>
                  </a:lnTo>
                  <a:lnTo>
                    <a:pt x="36918" y="3252279"/>
                  </a:lnTo>
                  <a:lnTo>
                    <a:pt x="35458" y="3250831"/>
                  </a:lnTo>
                  <a:lnTo>
                    <a:pt x="21247" y="3233178"/>
                  </a:lnTo>
                  <a:lnTo>
                    <a:pt x="20104" y="3231476"/>
                  </a:lnTo>
                  <a:lnTo>
                    <a:pt x="5435" y="3199752"/>
                  </a:lnTo>
                  <a:lnTo>
                    <a:pt x="4838" y="3197783"/>
                  </a:lnTo>
                  <a:lnTo>
                    <a:pt x="4279" y="3195789"/>
                  </a:lnTo>
                  <a:lnTo>
                    <a:pt x="3784" y="3193783"/>
                  </a:lnTo>
                  <a:lnTo>
                    <a:pt x="3276" y="3191789"/>
                  </a:lnTo>
                  <a:lnTo>
                    <a:pt x="609" y="3175520"/>
                  </a:lnTo>
                  <a:lnTo>
                    <a:pt x="406" y="3173476"/>
                  </a:lnTo>
                  <a:lnTo>
                    <a:pt x="253" y="3171418"/>
                  </a:lnTo>
                  <a:lnTo>
                    <a:pt x="152" y="3169361"/>
                  </a:lnTo>
                  <a:lnTo>
                    <a:pt x="50" y="3167291"/>
                  </a:lnTo>
                  <a:lnTo>
                    <a:pt x="0" y="3165233"/>
                  </a:lnTo>
                  <a:lnTo>
                    <a:pt x="0" y="3163163"/>
                  </a:lnTo>
                  <a:lnTo>
                    <a:pt x="0" y="126034"/>
                  </a:lnTo>
                  <a:lnTo>
                    <a:pt x="0" y="123964"/>
                  </a:lnTo>
                  <a:lnTo>
                    <a:pt x="50" y="121907"/>
                  </a:lnTo>
                  <a:lnTo>
                    <a:pt x="152" y="119849"/>
                  </a:lnTo>
                  <a:lnTo>
                    <a:pt x="253" y="117792"/>
                  </a:lnTo>
                  <a:lnTo>
                    <a:pt x="406" y="115735"/>
                  </a:lnTo>
                  <a:lnTo>
                    <a:pt x="609" y="113677"/>
                  </a:lnTo>
                  <a:lnTo>
                    <a:pt x="812" y="111620"/>
                  </a:lnTo>
                  <a:lnTo>
                    <a:pt x="1066" y="109575"/>
                  </a:lnTo>
                  <a:lnTo>
                    <a:pt x="1371" y="107543"/>
                  </a:lnTo>
                  <a:lnTo>
                    <a:pt x="1676" y="105498"/>
                  </a:lnTo>
                  <a:lnTo>
                    <a:pt x="2019" y="103466"/>
                  </a:lnTo>
                  <a:lnTo>
                    <a:pt x="2425" y="101447"/>
                  </a:lnTo>
                  <a:lnTo>
                    <a:pt x="2832" y="99415"/>
                  </a:lnTo>
                  <a:lnTo>
                    <a:pt x="3276" y="97409"/>
                  </a:lnTo>
                  <a:lnTo>
                    <a:pt x="3784" y="95402"/>
                  </a:lnTo>
                  <a:lnTo>
                    <a:pt x="4279" y="93408"/>
                  </a:lnTo>
                  <a:lnTo>
                    <a:pt x="9601" y="77800"/>
                  </a:lnTo>
                  <a:lnTo>
                    <a:pt x="10388" y="75895"/>
                  </a:lnTo>
                  <a:lnTo>
                    <a:pt x="21247" y="56007"/>
                  </a:lnTo>
                  <a:lnTo>
                    <a:pt x="22390" y="54292"/>
                  </a:lnTo>
                  <a:lnTo>
                    <a:pt x="36918" y="36918"/>
                  </a:lnTo>
                  <a:lnTo>
                    <a:pt x="38379" y="35458"/>
                  </a:lnTo>
                  <a:lnTo>
                    <a:pt x="39865" y="34036"/>
                  </a:lnTo>
                  <a:lnTo>
                    <a:pt x="41401" y="32651"/>
                  </a:lnTo>
                  <a:lnTo>
                    <a:pt x="42925" y="31267"/>
                  </a:lnTo>
                  <a:lnTo>
                    <a:pt x="44488" y="29921"/>
                  </a:lnTo>
                  <a:lnTo>
                    <a:pt x="46088" y="28613"/>
                  </a:lnTo>
                  <a:lnTo>
                    <a:pt x="47675" y="27305"/>
                  </a:lnTo>
                  <a:lnTo>
                    <a:pt x="49301" y="26034"/>
                  </a:lnTo>
                  <a:lnTo>
                    <a:pt x="50965" y="24803"/>
                  </a:lnTo>
                  <a:lnTo>
                    <a:pt x="52616" y="23571"/>
                  </a:lnTo>
                  <a:lnTo>
                    <a:pt x="61239" y="17932"/>
                  </a:lnTo>
                  <a:lnTo>
                    <a:pt x="63017" y="16865"/>
                  </a:lnTo>
                  <a:lnTo>
                    <a:pt x="64808" y="15849"/>
                  </a:lnTo>
                  <a:lnTo>
                    <a:pt x="66624" y="14884"/>
                  </a:lnTo>
                  <a:lnTo>
                    <a:pt x="68440" y="13906"/>
                  </a:lnTo>
                  <a:lnTo>
                    <a:pt x="70281" y="12979"/>
                  </a:lnTo>
                  <a:lnTo>
                    <a:pt x="72148" y="12103"/>
                  </a:lnTo>
                  <a:lnTo>
                    <a:pt x="74015" y="11214"/>
                  </a:lnTo>
                  <a:lnTo>
                    <a:pt x="101447" y="2425"/>
                  </a:lnTo>
                  <a:lnTo>
                    <a:pt x="103466" y="2019"/>
                  </a:lnTo>
                  <a:lnTo>
                    <a:pt x="119849" y="152"/>
                  </a:lnTo>
                  <a:lnTo>
                    <a:pt x="121907" y="50"/>
                  </a:lnTo>
                  <a:lnTo>
                    <a:pt x="123977" y="0"/>
                  </a:lnTo>
                  <a:lnTo>
                    <a:pt x="126034" y="0"/>
                  </a:lnTo>
                  <a:close/>
                </a:path>
              </a:pathLst>
            </a:custGeom>
            <a:ln w="34112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0346" y="1467180"/>
              <a:ext cx="1315161" cy="131516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41704" y="1521434"/>
              <a:ext cx="1075562" cy="1263523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746475" y="2929211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 h="0">
                  <a:moveTo>
                    <a:pt x="0" y="0"/>
                  </a:moveTo>
                  <a:lnTo>
                    <a:pt x="680364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479489" y="3039685"/>
            <a:ext cx="1294130" cy="172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0" b="1">
                <a:solidFill>
                  <a:srgbClr val="008CBB"/>
                </a:solidFill>
                <a:latin typeface="Times New Roman"/>
                <a:cs typeface="Times New Roman"/>
              </a:rPr>
              <a:t>Dr.</a:t>
            </a:r>
            <a:r>
              <a:rPr dirty="0" sz="950" b="1">
                <a:solidFill>
                  <a:srgbClr val="008CBB"/>
                </a:solidFill>
                <a:latin typeface="Times New Roman"/>
                <a:cs typeface="Times New Roman"/>
              </a:rPr>
              <a:t> Ranjith Kumar</a:t>
            </a:r>
            <a:r>
              <a:rPr dirty="0" sz="950" spc="-10" b="1">
                <a:solidFill>
                  <a:srgbClr val="008CBB"/>
                </a:solidFill>
                <a:latin typeface="Times New Roman"/>
                <a:cs typeface="Times New Roman"/>
              </a:rPr>
              <a:t> </a:t>
            </a:r>
            <a:r>
              <a:rPr dirty="0" sz="950" b="1">
                <a:solidFill>
                  <a:srgbClr val="008CBB"/>
                </a:solidFill>
                <a:latin typeface="Times New Roman"/>
                <a:cs typeface="Times New Roman"/>
              </a:rPr>
              <a:t>K </a:t>
            </a:r>
            <a:r>
              <a:rPr dirty="0" sz="950" spc="-50" b="1">
                <a:solidFill>
                  <a:srgbClr val="008CBB"/>
                </a:solidFill>
                <a:latin typeface="Times New Roman"/>
                <a:cs typeface="Times New Roman"/>
              </a:rPr>
              <a:t>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25859" y="3296844"/>
            <a:ext cx="7353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250C4"/>
                </a:solidFill>
                <a:latin typeface="Times New Roman"/>
                <a:cs typeface="Times New Roman"/>
              </a:rPr>
              <a:t>Group</a:t>
            </a:r>
            <a:r>
              <a:rPr dirty="0" sz="1000" spc="-30">
                <a:solidFill>
                  <a:srgbClr val="1250C4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1250C4"/>
                </a:solidFill>
                <a:latin typeface="Times New Roman"/>
                <a:cs typeface="Times New Roman"/>
              </a:rPr>
              <a:t>Leader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440228" y="359916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378" y="0"/>
                </a:lnTo>
              </a:path>
            </a:pathLst>
          </a:custGeom>
          <a:ln w="12598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799669" y="3730230"/>
            <a:ext cx="8972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b="1">
                <a:latin typeface="Montserrat"/>
                <a:cs typeface="Montserrat"/>
              </a:rPr>
              <a:t>Research</a:t>
            </a:r>
            <a:r>
              <a:rPr dirty="0" sz="800" spc="160" b="1">
                <a:latin typeface="Montserrat"/>
                <a:cs typeface="Montserrat"/>
              </a:rPr>
              <a:t> </a:t>
            </a:r>
            <a:r>
              <a:rPr dirty="0" sz="800" spc="-10" b="1">
                <a:latin typeface="Montserrat"/>
                <a:cs typeface="Montserrat"/>
              </a:rPr>
              <a:t>Focus</a:t>
            </a:r>
            <a:endParaRPr sz="800">
              <a:latin typeface="Montserrat"/>
              <a:cs typeface="Montserra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850260" y="1306291"/>
            <a:ext cx="3920490" cy="3323590"/>
            <a:chOff x="3850260" y="1306291"/>
            <a:chExt cx="3920490" cy="3323590"/>
          </a:xfrm>
        </p:grpSpPr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35358" y="3632484"/>
              <a:ext cx="334886" cy="33488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867405" y="1323436"/>
              <a:ext cx="1535430" cy="3289300"/>
            </a:xfrm>
            <a:custGeom>
              <a:avLst/>
              <a:gdLst/>
              <a:ahLst/>
              <a:cxnLst/>
              <a:rect l="l" t="t" r="r" b="b"/>
              <a:pathLst>
                <a:path w="1535429" h="3289300">
                  <a:moveTo>
                    <a:pt x="126034" y="0"/>
                  </a:moveTo>
                  <a:lnTo>
                    <a:pt x="1409268" y="0"/>
                  </a:lnTo>
                  <a:lnTo>
                    <a:pt x="1411325" y="0"/>
                  </a:lnTo>
                  <a:lnTo>
                    <a:pt x="1413395" y="50"/>
                  </a:lnTo>
                  <a:lnTo>
                    <a:pt x="1415453" y="152"/>
                  </a:lnTo>
                  <a:lnTo>
                    <a:pt x="1417510" y="254"/>
                  </a:lnTo>
                  <a:lnTo>
                    <a:pt x="1419567" y="406"/>
                  </a:lnTo>
                  <a:lnTo>
                    <a:pt x="1433855" y="2425"/>
                  </a:lnTo>
                  <a:lnTo>
                    <a:pt x="1435874" y="2819"/>
                  </a:lnTo>
                  <a:lnTo>
                    <a:pt x="1463154" y="12103"/>
                  </a:lnTo>
                  <a:lnTo>
                    <a:pt x="1465021" y="12979"/>
                  </a:lnTo>
                  <a:lnTo>
                    <a:pt x="1466862" y="13906"/>
                  </a:lnTo>
                  <a:lnTo>
                    <a:pt x="1468678" y="14884"/>
                  </a:lnTo>
                  <a:lnTo>
                    <a:pt x="1470494" y="15849"/>
                  </a:lnTo>
                  <a:lnTo>
                    <a:pt x="1472285" y="16865"/>
                  </a:lnTo>
                  <a:lnTo>
                    <a:pt x="1474050" y="17932"/>
                  </a:lnTo>
                  <a:lnTo>
                    <a:pt x="1475828" y="18986"/>
                  </a:lnTo>
                  <a:lnTo>
                    <a:pt x="1484337" y="24803"/>
                  </a:lnTo>
                  <a:lnTo>
                    <a:pt x="1486001" y="26034"/>
                  </a:lnTo>
                  <a:lnTo>
                    <a:pt x="1487627" y="27305"/>
                  </a:lnTo>
                  <a:lnTo>
                    <a:pt x="1489214" y="28613"/>
                  </a:lnTo>
                  <a:lnTo>
                    <a:pt x="1490814" y="29921"/>
                  </a:lnTo>
                  <a:lnTo>
                    <a:pt x="1498384" y="36918"/>
                  </a:lnTo>
                  <a:lnTo>
                    <a:pt x="1499844" y="38366"/>
                  </a:lnTo>
                  <a:lnTo>
                    <a:pt x="1522310" y="70281"/>
                  </a:lnTo>
                  <a:lnTo>
                    <a:pt x="1525701" y="77800"/>
                  </a:lnTo>
                  <a:lnTo>
                    <a:pt x="1526489" y="79705"/>
                  </a:lnTo>
                  <a:lnTo>
                    <a:pt x="1527238" y="81635"/>
                  </a:lnTo>
                  <a:lnTo>
                    <a:pt x="1527924" y="83566"/>
                  </a:lnTo>
                  <a:lnTo>
                    <a:pt x="1528622" y="85509"/>
                  </a:lnTo>
                  <a:lnTo>
                    <a:pt x="1529270" y="87477"/>
                  </a:lnTo>
                  <a:lnTo>
                    <a:pt x="1529867" y="89446"/>
                  </a:lnTo>
                  <a:lnTo>
                    <a:pt x="1530464" y="91414"/>
                  </a:lnTo>
                  <a:lnTo>
                    <a:pt x="1531023" y="93408"/>
                  </a:lnTo>
                  <a:lnTo>
                    <a:pt x="1531518" y="95402"/>
                  </a:lnTo>
                  <a:lnTo>
                    <a:pt x="1532026" y="97409"/>
                  </a:lnTo>
                  <a:lnTo>
                    <a:pt x="1532470" y="99415"/>
                  </a:lnTo>
                  <a:lnTo>
                    <a:pt x="1532877" y="101447"/>
                  </a:lnTo>
                  <a:lnTo>
                    <a:pt x="1533283" y="103466"/>
                  </a:lnTo>
                  <a:lnTo>
                    <a:pt x="1533626" y="105498"/>
                  </a:lnTo>
                  <a:lnTo>
                    <a:pt x="1533931" y="107543"/>
                  </a:lnTo>
                  <a:lnTo>
                    <a:pt x="1534236" y="109575"/>
                  </a:lnTo>
                  <a:lnTo>
                    <a:pt x="1535290" y="123964"/>
                  </a:lnTo>
                  <a:lnTo>
                    <a:pt x="1535290" y="126034"/>
                  </a:lnTo>
                  <a:lnTo>
                    <a:pt x="1535290" y="3163163"/>
                  </a:lnTo>
                  <a:lnTo>
                    <a:pt x="1535290" y="3165233"/>
                  </a:lnTo>
                  <a:lnTo>
                    <a:pt x="1535239" y="3167291"/>
                  </a:lnTo>
                  <a:lnTo>
                    <a:pt x="1531518" y="3193783"/>
                  </a:lnTo>
                  <a:lnTo>
                    <a:pt x="1531023" y="3195789"/>
                  </a:lnTo>
                  <a:lnTo>
                    <a:pt x="1530464" y="3197783"/>
                  </a:lnTo>
                  <a:lnTo>
                    <a:pt x="1529867" y="3199752"/>
                  </a:lnTo>
                  <a:lnTo>
                    <a:pt x="1529270" y="3201733"/>
                  </a:lnTo>
                  <a:lnTo>
                    <a:pt x="1528622" y="3203689"/>
                  </a:lnTo>
                  <a:lnTo>
                    <a:pt x="1527924" y="3205632"/>
                  </a:lnTo>
                  <a:lnTo>
                    <a:pt x="1527238" y="3207575"/>
                  </a:lnTo>
                  <a:lnTo>
                    <a:pt x="1526489" y="3209493"/>
                  </a:lnTo>
                  <a:lnTo>
                    <a:pt x="1525701" y="3211398"/>
                  </a:lnTo>
                  <a:lnTo>
                    <a:pt x="1524914" y="3213303"/>
                  </a:lnTo>
                  <a:lnTo>
                    <a:pt x="1514055" y="3233178"/>
                  </a:lnTo>
                  <a:lnTo>
                    <a:pt x="1512912" y="3234905"/>
                  </a:lnTo>
                  <a:lnTo>
                    <a:pt x="1498384" y="3252279"/>
                  </a:lnTo>
                  <a:lnTo>
                    <a:pt x="1496923" y="3253740"/>
                  </a:lnTo>
                  <a:lnTo>
                    <a:pt x="1489214" y="3260585"/>
                  </a:lnTo>
                  <a:lnTo>
                    <a:pt x="1487627" y="3261893"/>
                  </a:lnTo>
                  <a:lnTo>
                    <a:pt x="1486001" y="3263163"/>
                  </a:lnTo>
                  <a:lnTo>
                    <a:pt x="1484337" y="3264395"/>
                  </a:lnTo>
                  <a:lnTo>
                    <a:pt x="1482686" y="3265627"/>
                  </a:lnTo>
                  <a:lnTo>
                    <a:pt x="1474050" y="3271266"/>
                  </a:lnTo>
                  <a:lnTo>
                    <a:pt x="1472285" y="3272332"/>
                  </a:lnTo>
                  <a:lnTo>
                    <a:pt x="1470494" y="3273336"/>
                  </a:lnTo>
                  <a:lnTo>
                    <a:pt x="1468678" y="3274314"/>
                  </a:lnTo>
                  <a:lnTo>
                    <a:pt x="1466862" y="3275291"/>
                  </a:lnTo>
                  <a:lnTo>
                    <a:pt x="1465021" y="3276219"/>
                  </a:lnTo>
                  <a:lnTo>
                    <a:pt x="1463154" y="3277095"/>
                  </a:lnTo>
                  <a:lnTo>
                    <a:pt x="1461287" y="3277971"/>
                  </a:lnTo>
                  <a:lnTo>
                    <a:pt x="1451724" y="3281832"/>
                  </a:lnTo>
                  <a:lnTo>
                    <a:pt x="1449781" y="3282530"/>
                  </a:lnTo>
                  <a:lnTo>
                    <a:pt x="1439887" y="3285413"/>
                  </a:lnTo>
                  <a:lnTo>
                    <a:pt x="1437893" y="3285921"/>
                  </a:lnTo>
                  <a:lnTo>
                    <a:pt x="1427759" y="3287839"/>
                  </a:lnTo>
                  <a:lnTo>
                    <a:pt x="1425714" y="3288144"/>
                  </a:lnTo>
                  <a:lnTo>
                    <a:pt x="1411325" y="3289198"/>
                  </a:lnTo>
                  <a:lnTo>
                    <a:pt x="1409268" y="3289198"/>
                  </a:lnTo>
                  <a:lnTo>
                    <a:pt x="126034" y="3289198"/>
                  </a:lnTo>
                  <a:lnTo>
                    <a:pt x="123977" y="3289198"/>
                  </a:lnTo>
                  <a:lnTo>
                    <a:pt x="121907" y="3289147"/>
                  </a:lnTo>
                  <a:lnTo>
                    <a:pt x="107543" y="3287839"/>
                  </a:lnTo>
                  <a:lnTo>
                    <a:pt x="105498" y="3287534"/>
                  </a:lnTo>
                  <a:lnTo>
                    <a:pt x="95415" y="3285413"/>
                  </a:lnTo>
                  <a:lnTo>
                    <a:pt x="93408" y="3284918"/>
                  </a:lnTo>
                  <a:lnTo>
                    <a:pt x="83578" y="3281832"/>
                  </a:lnTo>
                  <a:lnTo>
                    <a:pt x="81635" y="3281133"/>
                  </a:lnTo>
                  <a:lnTo>
                    <a:pt x="72148" y="3277095"/>
                  </a:lnTo>
                  <a:lnTo>
                    <a:pt x="70281" y="3276219"/>
                  </a:lnTo>
                  <a:lnTo>
                    <a:pt x="68440" y="3275291"/>
                  </a:lnTo>
                  <a:lnTo>
                    <a:pt x="66624" y="3274314"/>
                  </a:lnTo>
                  <a:lnTo>
                    <a:pt x="64808" y="3273336"/>
                  </a:lnTo>
                  <a:lnTo>
                    <a:pt x="63017" y="3272332"/>
                  </a:lnTo>
                  <a:lnTo>
                    <a:pt x="61239" y="3271266"/>
                  </a:lnTo>
                  <a:lnTo>
                    <a:pt x="59474" y="3270211"/>
                  </a:lnTo>
                  <a:lnTo>
                    <a:pt x="50965" y="3264395"/>
                  </a:lnTo>
                  <a:lnTo>
                    <a:pt x="49301" y="3263163"/>
                  </a:lnTo>
                  <a:lnTo>
                    <a:pt x="47675" y="3261893"/>
                  </a:lnTo>
                  <a:lnTo>
                    <a:pt x="46088" y="3260585"/>
                  </a:lnTo>
                  <a:lnTo>
                    <a:pt x="44488" y="3259277"/>
                  </a:lnTo>
                  <a:lnTo>
                    <a:pt x="42925" y="3257930"/>
                  </a:lnTo>
                  <a:lnTo>
                    <a:pt x="41401" y="3256546"/>
                  </a:lnTo>
                  <a:lnTo>
                    <a:pt x="39865" y="3255162"/>
                  </a:lnTo>
                  <a:lnTo>
                    <a:pt x="38379" y="3253740"/>
                  </a:lnTo>
                  <a:lnTo>
                    <a:pt x="36918" y="3252279"/>
                  </a:lnTo>
                  <a:lnTo>
                    <a:pt x="35458" y="3250831"/>
                  </a:lnTo>
                  <a:lnTo>
                    <a:pt x="21247" y="3233178"/>
                  </a:lnTo>
                  <a:lnTo>
                    <a:pt x="20104" y="3231476"/>
                  </a:lnTo>
                  <a:lnTo>
                    <a:pt x="5435" y="3199752"/>
                  </a:lnTo>
                  <a:lnTo>
                    <a:pt x="4838" y="3197783"/>
                  </a:lnTo>
                  <a:lnTo>
                    <a:pt x="4279" y="3195789"/>
                  </a:lnTo>
                  <a:lnTo>
                    <a:pt x="3784" y="3193783"/>
                  </a:lnTo>
                  <a:lnTo>
                    <a:pt x="3276" y="3191789"/>
                  </a:lnTo>
                  <a:lnTo>
                    <a:pt x="609" y="3175520"/>
                  </a:lnTo>
                  <a:lnTo>
                    <a:pt x="406" y="3173476"/>
                  </a:lnTo>
                  <a:lnTo>
                    <a:pt x="253" y="3171418"/>
                  </a:lnTo>
                  <a:lnTo>
                    <a:pt x="152" y="3169361"/>
                  </a:lnTo>
                  <a:lnTo>
                    <a:pt x="50" y="3167291"/>
                  </a:lnTo>
                  <a:lnTo>
                    <a:pt x="0" y="3165233"/>
                  </a:lnTo>
                  <a:lnTo>
                    <a:pt x="0" y="3163163"/>
                  </a:lnTo>
                  <a:lnTo>
                    <a:pt x="0" y="126034"/>
                  </a:lnTo>
                  <a:lnTo>
                    <a:pt x="0" y="123964"/>
                  </a:lnTo>
                  <a:lnTo>
                    <a:pt x="50" y="121907"/>
                  </a:lnTo>
                  <a:lnTo>
                    <a:pt x="152" y="119849"/>
                  </a:lnTo>
                  <a:lnTo>
                    <a:pt x="253" y="117792"/>
                  </a:lnTo>
                  <a:lnTo>
                    <a:pt x="406" y="115735"/>
                  </a:lnTo>
                  <a:lnTo>
                    <a:pt x="609" y="113677"/>
                  </a:lnTo>
                  <a:lnTo>
                    <a:pt x="812" y="111620"/>
                  </a:lnTo>
                  <a:lnTo>
                    <a:pt x="1066" y="109575"/>
                  </a:lnTo>
                  <a:lnTo>
                    <a:pt x="1371" y="107543"/>
                  </a:lnTo>
                  <a:lnTo>
                    <a:pt x="1676" y="105498"/>
                  </a:lnTo>
                  <a:lnTo>
                    <a:pt x="2019" y="103466"/>
                  </a:lnTo>
                  <a:lnTo>
                    <a:pt x="2425" y="101447"/>
                  </a:lnTo>
                  <a:lnTo>
                    <a:pt x="2832" y="99415"/>
                  </a:lnTo>
                  <a:lnTo>
                    <a:pt x="3276" y="97409"/>
                  </a:lnTo>
                  <a:lnTo>
                    <a:pt x="3784" y="95402"/>
                  </a:lnTo>
                  <a:lnTo>
                    <a:pt x="4279" y="93408"/>
                  </a:lnTo>
                  <a:lnTo>
                    <a:pt x="9601" y="77800"/>
                  </a:lnTo>
                  <a:lnTo>
                    <a:pt x="10388" y="75895"/>
                  </a:lnTo>
                  <a:lnTo>
                    <a:pt x="21247" y="56007"/>
                  </a:lnTo>
                  <a:lnTo>
                    <a:pt x="22390" y="54292"/>
                  </a:lnTo>
                  <a:lnTo>
                    <a:pt x="36918" y="36918"/>
                  </a:lnTo>
                  <a:lnTo>
                    <a:pt x="38379" y="35458"/>
                  </a:lnTo>
                  <a:lnTo>
                    <a:pt x="39865" y="34036"/>
                  </a:lnTo>
                  <a:lnTo>
                    <a:pt x="41401" y="32651"/>
                  </a:lnTo>
                  <a:lnTo>
                    <a:pt x="42925" y="31267"/>
                  </a:lnTo>
                  <a:lnTo>
                    <a:pt x="44488" y="29921"/>
                  </a:lnTo>
                  <a:lnTo>
                    <a:pt x="46088" y="28613"/>
                  </a:lnTo>
                  <a:lnTo>
                    <a:pt x="47675" y="27305"/>
                  </a:lnTo>
                  <a:lnTo>
                    <a:pt x="49301" y="26034"/>
                  </a:lnTo>
                  <a:lnTo>
                    <a:pt x="50965" y="24803"/>
                  </a:lnTo>
                  <a:lnTo>
                    <a:pt x="52616" y="23571"/>
                  </a:lnTo>
                  <a:lnTo>
                    <a:pt x="61239" y="17932"/>
                  </a:lnTo>
                  <a:lnTo>
                    <a:pt x="63017" y="16865"/>
                  </a:lnTo>
                  <a:lnTo>
                    <a:pt x="64808" y="15849"/>
                  </a:lnTo>
                  <a:lnTo>
                    <a:pt x="66624" y="14884"/>
                  </a:lnTo>
                  <a:lnTo>
                    <a:pt x="68440" y="13906"/>
                  </a:lnTo>
                  <a:lnTo>
                    <a:pt x="70281" y="12979"/>
                  </a:lnTo>
                  <a:lnTo>
                    <a:pt x="72148" y="12103"/>
                  </a:lnTo>
                  <a:lnTo>
                    <a:pt x="74015" y="11214"/>
                  </a:lnTo>
                  <a:lnTo>
                    <a:pt x="101447" y="2425"/>
                  </a:lnTo>
                  <a:lnTo>
                    <a:pt x="103466" y="2019"/>
                  </a:lnTo>
                  <a:lnTo>
                    <a:pt x="119849" y="152"/>
                  </a:lnTo>
                  <a:lnTo>
                    <a:pt x="121907" y="50"/>
                  </a:lnTo>
                  <a:lnTo>
                    <a:pt x="123977" y="0"/>
                  </a:lnTo>
                  <a:lnTo>
                    <a:pt x="126034" y="0"/>
                  </a:lnTo>
                  <a:close/>
                </a:path>
              </a:pathLst>
            </a:custGeom>
            <a:ln w="34112">
              <a:solidFill>
                <a:srgbClr val="C6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3860" y="1473974"/>
              <a:ext cx="1330426" cy="133042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23842" y="1624850"/>
              <a:ext cx="1080414" cy="1183157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7434984" y="4044647"/>
            <a:ext cx="138874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Quantum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Materials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>
                <a:latin typeface="Times New Roman"/>
                <a:cs typeface="Times New Roman"/>
              </a:rPr>
              <a:t> Quantum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Magnetism</a:t>
            </a:r>
            <a:r>
              <a:rPr dirty="0" sz="1000" spc="50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Low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Temperature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Physics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082310" y="3034640"/>
            <a:ext cx="1113790" cy="172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35" b="1">
                <a:latin typeface="Times New Roman"/>
                <a:cs typeface="Times New Roman"/>
                <a:hlinkClick r:id="rId16"/>
              </a:rPr>
              <a:t>Dr.</a:t>
            </a:r>
            <a:r>
              <a:rPr dirty="0" sz="950" spc="-35" b="1">
                <a:latin typeface="Times New Roman"/>
                <a:cs typeface="Times New Roman"/>
              </a:rPr>
              <a:t> </a:t>
            </a:r>
            <a:r>
              <a:rPr dirty="0" sz="950" b="1">
                <a:solidFill>
                  <a:srgbClr val="C9211E"/>
                </a:solidFill>
                <a:latin typeface="Times New Roman"/>
                <a:cs typeface="Times New Roman"/>
                <a:hlinkClick r:id="rId16"/>
              </a:rPr>
              <a:t>Arindam</a:t>
            </a:r>
            <a:r>
              <a:rPr dirty="0" sz="950" spc="30" b="1">
                <a:solidFill>
                  <a:srgbClr val="C9211E"/>
                </a:solidFill>
                <a:latin typeface="Times New Roman"/>
                <a:cs typeface="Times New Roman"/>
                <a:hlinkClick r:id="rId16"/>
              </a:rPr>
              <a:t> </a:t>
            </a:r>
            <a:r>
              <a:rPr dirty="0" sz="950" spc="-10" b="1">
                <a:solidFill>
                  <a:srgbClr val="C9211E"/>
                </a:solidFill>
                <a:latin typeface="Times New Roman"/>
                <a:cs typeface="Times New Roman"/>
                <a:hlinkClick r:id="rId16"/>
              </a:rPr>
              <a:t>Mallick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67913" y="3296844"/>
            <a:ext cx="7353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250C4"/>
                </a:solidFill>
                <a:latin typeface="Times New Roman"/>
                <a:cs typeface="Times New Roman"/>
              </a:rPr>
              <a:t>Group</a:t>
            </a:r>
            <a:r>
              <a:rPr dirty="0" sz="1000" spc="-30">
                <a:solidFill>
                  <a:srgbClr val="1250C4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1250C4"/>
                </a:solidFill>
                <a:latin typeface="Times New Roman"/>
                <a:cs typeface="Times New Roman"/>
              </a:rPr>
              <a:t>Leader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0" y="0"/>
            <a:ext cx="9019540" cy="3989704"/>
            <a:chOff x="0" y="0"/>
            <a:chExt cx="9019540" cy="3989704"/>
          </a:xfrm>
        </p:grpSpPr>
        <p:sp>
          <p:nvSpPr>
            <p:cNvPr id="65" name="object 65"/>
            <p:cNvSpPr/>
            <p:nvPr/>
          </p:nvSpPr>
          <p:spPr>
            <a:xfrm>
              <a:off x="3930500" y="3611767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 h="0">
                  <a:moveTo>
                    <a:pt x="0" y="0"/>
                  </a:moveTo>
                  <a:lnTo>
                    <a:pt x="1350378" y="0"/>
                  </a:lnTo>
                </a:path>
              </a:pathLst>
            </a:custGeom>
            <a:ln w="12598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953631" y="3654309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167449" y="0"/>
                  </a:moveTo>
                  <a:lnTo>
                    <a:pt x="122934" y="5981"/>
                  </a:lnTo>
                  <a:lnTo>
                    <a:pt x="82933" y="22861"/>
                  </a:lnTo>
                  <a:lnTo>
                    <a:pt x="49044" y="49044"/>
                  </a:lnTo>
                  <a:lnTo>
                    <a:pt x="22861" y="82933"/>
                  </a:lnTo>
                  <a:lnTo>
                    <a:pt x="5981" y="122934"/>
                  </a:lnTo>
                  <a:lnTo>
                    <a:pt x="0" y="167449"/>
                  </a:lnTo>
                  <a:lnTo>
                    <a:pt x="5981" y="211963"/>
                  </a:lnTo>
                  <a:lnTo>
                    <a:pt x="22861" y="251961"/>
                  </a:lnTo>
                  <a:lnTo>
                    <a:pt x="49044" y="285848"/>
                  </a:lnTo>
                  <a:lnTo>
                    <a:pt x="82933" y="312028"/>
                  </a:lnTo>
                  <a:lnTo>
                    <a:pt x="122934" y="328905"/>
                  </a:lnTo>
                  <a:lnTo>
                    <a:pt x="167449" y="334886"/>
                  </a:lnTo>
                  <a:lnTo>
                    <a:pt x="211959" y="328905"/>
                  </a:lnTo>
                  <a:lnTo>
                    <a:pt x="251956" y="312028"/>
                  </a:lnTo>
                  <a:lnTo>
                    <a:pt x="285843" y="285848"/>
                  </a:lnTo>
                  <a:lnTo>
                    <a:pt x="312025" y="251961"/>
                  </a:lnTo>
                  <a:lnTo>
                    <a:pt x="328905" y="211963"/>
                  </a:lnTo>
                  <a:lnTo>
                    <a:pt x="334886" y="167449"/>
                  </a:lnTo>
                  <a:lnTo>
                    <a:pt x="328905" y="122934"/>
                  </a:lnTo>
                  <a:lnTo>
                    <a:pt x="312025" y="82933"/>
                  </a:lnTo>
                  <a:lnTo>
                    <a:pt x="285843" y="49044"/>
                  </a:lnTo>
                  <a:lnTo>
                    <a:pt x="251956" y="22861"/>
                  </a:lnTo>
                  <a:lnTo>
                    <a:pt x="211959" y="5981"/>
                  </a:lnTo>
                  <a:lnTo>
                    <a:pt x="167449" y="0"/>
                  </a:lnTo>
                  <a:close/>
                </a:path>
              </a:pathLst>
            </a:custGeom>
            <a:solidFill>
              <a:srgbClr val="1250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24764" y="3715773"/>
              <a:ext cx="213920" cy="21682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298877" y="2922156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 h="0">
                  <a:moveTo>
                    <a:pt x="0" y="0"/>
                  </a:moveTo>
                  <a:lnTo>
                    <a:pt x="680364" y="0"/>
                  </a:lnTo>
                </a:path>
              </a:pathLst>
            </a:custGeom>
            <a:ln w="31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7057" y="507009"/>
              <a:ext cx="7620736" cy="7993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4329718" y="3736952"/>
            <a:ext cx="8972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b="1">
                <a:latin typeface="Montserrat"/>
                <a:cs typeface="Montserrat"/>
              </a:rPr>
              <a:t>Research</a:t>
            </a:r>
            <a:r>
              <a:rPr dirty="0" sz="800" spc="160" b="1">
                <a:latin typeface="Montserrat"/>
                <a:cs typeface="Montserrat"/>
              </a:rPr>
              <a:t> </a:t>
            </a:r>
            <a:r>
              <a:rPr dirty="0" sz="800" spc="-10" b="1">
                <a:latin typeface="Montserrat"/>
                <a:cs typeface="Montserrat"/>
              </a:rPr>
              <a:t>Focus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012007" y="4060711"/>
            <a:ext cx="1255395" cy="497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95"/>
              </a:spcBef>
            </a:pPr>
            <a:r>
              <a:rPr dirty="0" sz="1000">
                <a:latin typeface="Times New Roman"/>
                <a:cs typeface="Times New Roman"/>
              </a:rPr>
              <a:t>Quantum</a:t>
            </a:r>
            <a:r>
              <a:rPr dirty="0" sz="1000" spc="114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Information, </a:t>
            </a:r>
            <a:r>
              <a:rPr dirty="0" sz="1000">
                <a:latin typeface="Times New Roman"/>
                <a:cs typeface="Times New Roman"/>
              </a:rPr>
              <a:t>Quantum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Simulation</a:t>
            </a:r>
            <a:r>
              <a:rPr dirty="0" sz="1000" spc="12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&amp;</a:t>
            </a:r>
            <a:r>
              <a:rPr dirty="0" sz="1000">
                <a:latin typeface="Times New Roman"/>
                <a:cs typeface="Times New Roman"/>
              </a:rPr>
              <a:t> Mathematical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Physics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820361" y="4850950"/>
            <a:ext cx="1061402" cy="215646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4517717" y="4889869"/>
            <a:ext cx="2160905" cy="166370"/>
            <a:chOff x="4517717" y="4889869"/>
            <a:chExt cx="2160905" cy="166370"/>
          </a:xfrm>
        </p:grpSpPr>
        <p:sp>
          <p:nvSpPr>
            <p:cNvPr id="77" name="object 77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05713" y="1156149"/>
            <a:ext cx="2745740" cy="2168525"/>
            <a:chOff x="5305713" y="1156149"/>
            <a:chExt cx="2745740" cy="2168525"/>
          </a:xfrm>
        </p:grpSpPr>
        <p:sp>
          <p:nvSpPr>
            <p:cNvPr id="3" name="object 3"/>
            <p:cNvSpPr/>
            <p:nvPr/>
          </p:nvSpPr>
          <p:spPr>
            <a:xfrm>
              <a:off x="5310475" y="1160912"/>
              <a:ext cx="2736215" cy="1748155"/>
            </a:xfrm>
            <a:custGeom>
              <a:avLst/>
              <a:gdLst/>
              <a:ahLst/>
              <a:cxnLst/>
              <a:rect l="l" t="t" r="r" b="b"/>
              <a:pathLst>
                <a:path w="2736215" h="1748155">
                  <a:moveTo>
                    <a:pt x="2444623" y="0"/>
                  </a:moveTo>
                  <a:lnTo>
                    <a:pt x="291338" y="0"/>
                  </a:lnTo>
                  <a:lnTo>
                    <a:pt x="244079" y="3812"/>
                  </a:lnTo>
                  <a:lnTo>
                    <a:pt x="199249" y="14851"/>
                  </a:lnTo>
                  <a:lnTo>
                    <a:pt x="157448" y="32517"/>
                  </a:lnTo>
                  <a:lnTo>
                    <a:pt x="119274" y="56209"/>
                  </a:lnTo>
                  <a:lnTo>
                    <a:pt x="85328" y="85328"/>
                  </a:lnTo>
                  <a:lnTo>
                    <a:pt x="56209" y="119274"/>
                  </a:lnTo>
                  <a:lnTo>
                    <a:pt x="32517" y="157448"/>
                  </a:lnTo>
                  <a:lnTo>
                    <a:pt x="14851" y="199249"/>
                  </a:lnTo>
                  <a:lnTo>
                    <a:pt x="3812" y="244079"/>
                  </a:lnTo>
                  <a:lnTo>
                    <a:pt x="0" y="291338"/>
                  </a:lnTo>
                  <a:lnTo>
                    <a:pt x="0" y="1456817"/>
                  </a:lnTo>
                  <a:lnTo>
                    <a:pt x="3812" y="1504075"/>
                  </a:lnTo>
                  <a:lnTo>
                    <a:pt x="14851" y="1548905"/>
                  </a:lnTo>
                  <a:lnTo>
                    <a:pt x="32517" y="1590706"/>
                  </a:lnTo>
                  <a:lnTo>
                    <a:pt x="56209" y="1628880"/>
                  </a:lnTo>
                  <a:lnTo>
                    <a:pt x="85328" y="1662826"/>
                  </a:lnTo>
                  <a:lnTo>
                    <a:pt x="119274" y="1691945"/>
                  </a:lnTo>
                  <a:lnTo>
                    <a:pt x="157448" y="1715637"/>
                  </a:lnTo>
                  <a:lnTo>
                    <a:pt x="199249" y="1733303"/>
                  </a:lnTo>
                  <a:lnTo>
                    <a:pt x="244079" y="1744342"/>
                  </a:lnTo>
                  <a:lnTo>
                    <a:pt x="291338" y="1748154"/>
                  </a:lnTo>
                  <a:lnTo>
                    <a:pt x="2444623" y="1748154"/>
                  </a:lnTo>
                  <a:lnTo>
                    <a:pt x="2491881" y="1744342"/>
                  </a:lnTo>
                  <a:lnTo>
                    <a:pt x="2536711" y="1733303"/>
                  </a:lnTo>
                  <a:lnTo>
                    <a:pt x="2578512" y="1715637"/>
                  </a:lnTo>
                  <a:lnTo>
                    <a:pt x="2616686" y="1691945"/>
                  </a:lnTo>
                  <a:lnTo>
                    <a:pt x="2650632" y="1662826"/>
                  </a:lnTo>
                  <a:lnTo>
                    <a:pt x="2679751" y="1628880"/>
                  </a:lnTo>
                  <a:lnTo>
                    <a:pt x="2703443" y="1590706"/>
                  </a:lnTo>
                  <a:lnTo>
                    <a:pt x="2721109" y="1548905"/>
                  </a:lnTo>
                  <a:lnTo>
                    <a:pt x="2732148" y="1504075"/>
                  </a:lnTo>
                  <a:lnTo>
                    <a:pt x="2735961" y="1456817"/>
                  </a:lnTo>
                  <a:lnTo>
                    <a:pt x="2735961" y="291338"/>
                  </a:lnTo>
                  <a:lnTo>
                    <a:pt x="2732148" y="244079"/>
                  </a:lnTo>
                  <a:lnTo>
                    <a:pt x="2721109" y="199249"/>
                  </a:lnTo>
                  <a:lnTo>
                    <a:pt x="2703443" y="157448"/>
                  </a:lnTo>
                  <a:lnTo>
                    <a:pt x="2679751" y="119274"/>
                  </a:lnTo>
                  <a:lnTo>
                    <a:pt x="2650632" y="85328"/>
                  </a:lnTo>
                  <a:lnTo>
                    <a:pt x="2616686" y="56209"/>
                  </a:lnTo>
                  <a:lnTo>
                    <a:pt x="2578512" y="32517"/>
                  </a:lnTo>
                  <a:lnTo>
                    <a:pt x="2536711" y="14851"/>
                  </a:lnTo>
                  <a:lnTo>
                    <a:pt x="2491881" y="3812"/>
                  </a:lnTo>
                  <a:lnTo>
                    <a:pt x="2444623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310475" y="1160912"/>
              <a:ext cx="2736215" cy="1748155"/>
            </a:xfrm>
            <a:custGeom>
              <a:avLst/>
              <a:gdLst/>
              <a:ahLst/>
              <a:cxnLst/>
              <a:rect l="l" t="t" r="r" b="b"/>
              <a:pathLst>
                <a:path w="2736215" h="1748155">
                  <a:moveTo>
                    <a:pt x="0" y="291338"/>
                  </a:moveTo>
                  <a:lnTo>
                    <a:pt x="3812" y="244079"/>
                  </a:lnTo>
                  <a:lnTo>
                    <a:pt x="14851" y="199249"/>
                  </a:lnTo>
                  <a:lnTo>
                    <a:pt x="32517" y="157448"/>
                  </a:lnTo>
                  <a:lnTo>
                    <a:pt x="56209" y="119274"/>
                  </a:lnTo>
                  <a:lnTo>
                    <a:pt x="85328" y="85328"/>
                  </a:lnTo>
                  <a:lnTo>
                    <a:pt x="119274" y="56209"/>
                  </a:lnTo>
                  <a:lnTo>
                    <a:pt x="157448" y="32517"/>
                  </a:lnTo>
                  <a:lnTo>
                    <a:pt x="199249" y="14851"/>
                  </a:lnTo>
                  <a:lnTo>
                    <a:pt x="244079" y="3812"/>
                  </a:lnTo>
                  <a:lnTo>
                    <a:pt x="291338" y="0"/>
                  </a:lnTo>
                  <a:lnTo>
                    <a:pt x="2444623" y="0"/>
                  </a:lnTo>
                  <a:lnTo>
                    <a:pt x="2491881" y="3812"/>
                  </a:lnTo>
                  <a:lnTo>
                    <a:pt x="2536711" y="14851"/>
                  </a:lnTo>
                  <a:lnTo>
                    <a:pt x="2578512" y="32517"/>
                  </a:lnTo>
                  <a:lnTo>
                    <a:pt x="2616686" y="56209"/>
                  </a:lnTo>
                  <a:lnTo>
                    <a:pt x="2650632" y="85328"/>
                  </a:lnTo>
                  <a:lnTo>
                    <a:pt x="2679751" y="119274"/>
                  </a:lnTo>
                  <a:lnTo>
                    <a:pt x="2703443" y="157448"/>
                  </a:lnTo>
                  <a:lnTo>
                    <a:pt x="2721109" y="199249"/>
                  </a:lnTo>
                  <a:lnTo>
                    <a:pt x="2732148" y="244079"/>
                  </a:lnTo>
                  <a:lnTo>
                    <a:pt x="2735961" y="291338"/>
                  </a:lnTo>
                  <a:lnTo>
                    <a:pt x="2735961" y="1456817"/>
                  </a:lnTo>
                  <a:lnTo>
                    <a:pt x="2732148" y="1504075"/>
                  </a:lnTo>
                  <a:lnTo>
                    <a:pt x="2721109" y="1548905"/>
                  </a:lnTo>
                  <a:lnTo>
                    <a:pt x="2703443" y="1590706"/>
                  </a:lnTo>
                  <a:lnTo>
                    <a:pt x="2679751" y="1628880"/>
                  </a:lnTo>
                  <a:lnTo>
                    <a:pt x="2650632" y="1662826"/>
                  </a:lnTo>
                  <a:lnTo>
                    <a:pt x="2616686" y="1691945"/>
                  </a:lnTo>
                  <a:lnTo>
                    <a:pt x="2578512" y="1715637"/>
                  </a:lnTo>
                  <a:lnTo>
                    <a:pt x="2536711" y="1733303"/>
                  </a:lnTo>
                  <a:lnTo>
                    <a:pt x="2491881" y="1744342"/>
                  </a:lnTo>
                  <a:lnTo>
                    <a:pt x="2444623" y="1748154"/>
                  </a:lnTo>
                  <a:lnTo>
                    <a:pt x="291338" y="1748154"/>
                  </a:lnTo>
                  <a:lnTo>
                    <a:pt x="244079" y="1744342"/>
                  </a:lnTo>
                  <a:lnTo>
                    <a:pt x="199249" y="1733303"/>
                  </a:lnTo>
                  <a:lnTo>
                    <a:pt x="157448" y="1715637"/>
                  </a:lnTo>
                  <a:lnTo>
                    <a:pt x="119274" y="1691945"/>
                  </a:lnTo>
                  <a:lnTo>
                    <a:pt x="85328" y="1662826"/>
                  </a:lnTo>
                  <a:lnTo>
                    <a:pt x="56209" y="1628880"/>
                  </a:lnTo>
                  <a:lnTo>
                    <a:pt x="32517" y="1590706"/>
                  </a:lnTo>
                  <a:lnTo>
                    <a:pt x="14851" y="1548905"/>
                  </a:lnTo>
                  <a:lnTo>
                    <a:pt x="3812" y="1504075"/>
                  </a:lnTo>
                  <a:lnTo>
                    <a:pt x="0" y="1456817"/>
                  </a:lnTo>
                  <a:lnTo>
                    <a:pt x="0" y="291338"/>
                  </a:lnTo>
                  <a:close/>
                </a:path>
              </a:pathLst>
            </a:custGeom>
            <a:ln w="952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28507" y="2940690"/>
              <a:ext cx="262890" cy="379095"/>
            </a:xfrm>
            <a:custGeom>
              <a:avLst/>
              <a:gdLst/>
              <a:ahLst/>
              <a:cxnLst/>
              <a:rect l="l" t="t" r="r" b="b"/>
              <a:pathLst>
                <a:path w="262890" h="379095">
                  <a:moveTo>
                    <a:pt x="197104" y="0"/>
                  </a:moveTo>
                  <a:lnTo>
                    <a:pt x="65659" y="0"/>
                  </a:lnTo>
                  <a:lnTo>
                    <a:pt x="65659" y="247395"/>
                  </a:lnTo>
                  <a:lnTo>
                    <a:pt x="0" y="247395"/>
                  </a:lnTo>
                  <a:lnTo>
                    <a:pt x="131445" y="378713"/>
                  </a:lnTo>
                  <a:lnTo>
                    <a:pt x="262763" y="247395"/>
                  </a:lnTo>
                  <a:lnTo>
                    <a:pt x="197104" y="247395"/>
                  </a:lnTo>
                  <a:lnTo>
                    <a:pt x="19710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28507" y="2940690"/>
              <a:ext cx="262890" cy="379095"/>
            </a:xfrm>
            <a:custGeom>
              <a:avLst/>
              <a:gdLst/>
              <a:ahLst/>
              <a:cxnLst/>
              <a:rect l="l" t="t" r="r" b="b"/>
              <a:pathLst>
                <a:path w="262890" h="379095">
                  <a:moveTo>
                    <a:pt x="0" y="247395"/>
                  </a:moveTo>
                  <a:lnTo>
                    <a:pt x="65659" y="247395"/>
                  </a:lnTo>
                  <a:lnTo>
                    <a:pt x="65659" y="0"/>
                  </a:lnTo>
                  <a:lnTo>
                    <a:pt x="197104" y="0"/>
                  </a:lnTo>
                  <a:lnTo>
                    <a:pt x="197104" y="247395"/>
                  </a:lnTo>
                  <a:lnTo>
                    <a:pt x="262763" y="247395"/>
                  </a:lnTo>
                  <a:lnTo>
                    <a:pt x="131445" y="378713"/>
                  </a:lnTo>
                  <a:lnTo>
                    <a:pt x="0" y="247395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480401" y="1398490"/>
            <a:ext cx="1885950" cy="10109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IBM Plex Sans Condensed"/>
                <a:cs typeface="IBM Plex Sans Condensed"/>
              </a:rPr>
              <a:t>Experiment</a:t>
            </a:r>
            <a:endParaRPr sz="1400">
              <a:latin typeface="IBM Plex Sans Condensed"/>
              <a:cs typeface="IBM Plex Sans Condensed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400">
              <a:latin typeface="IBM Plex Sans Condensed"/>
              <a:cs typeface="IBM Plex Sans Condensed"/>
            </a:endParaRPr>
          </a:p>
          <a:p>
            <a:pPr marL="303530" indent="-243204">
              <a:lnSpc>
                <a:spcPct val="100000"/>
              </a:lnSpc>
              <a:buFont typeface="Liberation Sans Narrow"/>
              <a:buChar char="□"/>
              <a:tabLst>
                <a:tab pos="303530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Dr.</a:t>
            </a:r>
            <a:r>
              <a:rPr dirty="0" sz="125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Basudeb</a:t>
            </a:r>
            <a:r>
              <a:rPr dirty="0" sz="1250" spc="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20">
                <a:solidFill>
                  <a:srgbClr val="000080"/>
                </a:solidFill>
                <a:latin typeface="Roboto"/>
                <a:cs typeface="Roboto"/>
              </a:rPr>
              <a:t>Sain</a:t>
            </a:r>
            <a:endParaRPr sz="1250">
              <a:latin typeface="Roboto"/>
              <a:cs typeface="Roboto"/>
            </a:endParaRPr>
          </a:p>
          <a:p>
            <a:pPr marL="303530" indent="-243204">
              <a:lnSpc>
                <a:spcPct val="100000"/>
              </a:lnSpc>
              <a:spcBef>
                <a:spcPts val="190"/>
              </a:spcBef>
              <a:buFont typeface="Liberation Sans Narrow"/>
              <a:buChar char="□"/>
              <a:tabLst>
                <a:tab pos="303530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Dr.</a:t>
            </a:r>
            <a:r>
              <a:rPr dirty="0" sz="125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Ranjith</a:t>
            </a:r>
            <a:r>
              <a:rPr dirty="0" sz="1250" spc="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Kumar</a:t>
            </a:r>
            <a:r>
              <a:rPr dirty="0" sz="1250" spc="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K</a:t>
            </a:r>
            <a:r>
              <a:rPr dirty="0" sz="1250" spc="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50">
                <a:solidFill>
                  <a:srgbClr val="000080"/>
                </a:solidFill>
                <a:latin typeface="Roboto"/>
                <a:cs typeface="Roboto"/>
              </a:rPr>
              <a:t>M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849" rIns="0" bIns="0" rtlCol="0" vert="horz">
            <a:spAutoFit/>
          </a:bodyPr>
          <a:lstStyle/>
          <a:p>
            <a:pPr marL="2760345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Roboto"/>
                <a:cs typeface="Roboto"/>
              </a:rPr>
              <a:t>Research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Domains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of</a:t>
            </a:r>
            <a:r>
              <a:rPr dirty="0" sz="2000" spc="5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CQTCS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7867" y="1142077"/>
            <a:ext cx="2745740" cy="1768475"/>
            <a:chOff x="867867" y="1142077"/>
            <a:chExt cx="2745740" cy="1768475"/>
          </a:xfrm>
        </p:grpSpPr>
        <p:sp>
          <p:nvSpPr>
            <p:cNvPr id="10" name="object 10"/>
            <p:cNvSpPr/>
            <p:nvPr/>
          </p:nvSpPr>
          <p:spPr>
            <a:xfrm>
              <a:off x="872629" y="1142077"/>
              <a:ext cx="2736215" cy="1748155"/>
            </a:xfrm>
            <a:custGeom>
              <a:avLst/>
              <a:gdLst/>
              <a:ahLst/>
              <a:cxnLst/>
              <a:rect l="l" t="t" r="r" b="b"/>
              <a:pathLst>
                <a:path w="2736215" h="1748155">
                  <a:moveTo>
                    <a:pt x="2444623" y="0"/>
                  </a:moveTo>
                  <a:lnTo>
                    <a:pt x="291338" y="0"/>
                  </a:lnTo>
                  <a:lnTo>
                    <a:pt x="244079" y="3816"/>
                  </a:lnTo>
                  <a:lnTo>
                    <a:pt x="199249" y="14865"/>
                  </a:lnTo>
                  <a:lnTo>
                    <a:pt x="157448" y="32544"/>
                  </a:lnTo>
                  <a:lnTo>
                    <a:pt x="119274" y="56253"/>
                  </a:lnTo>
                  <a:lnTo>
                    <a:pt x="85328" y="85391"/>
                  </a:lnTo>
                  <a:lnTo>
                    <a:pt x="56209" y="119356"/>
                  </a:lnTo>
                  <a:lnTo>
                    <a:pt x="32517" y="157547"/>
                  </a:lnTo>
                  <a:lnTo>
                    <a:pt x="14851" y="199363"/>
                  </a:lnTo>
                  <a:lnTo>
                    <a:pt x="3812" y="244203"/>
                  </a:lnTo>
                  <a:lnTo>
                    <a:pt x="0" y="291464"/>
                  </a:lnTo>
                  <a:lnTo>
                    <a:pt x="0" y="1456817"/>
                  </a:lnTo>
                  <a:lnTo>
                    <a:pt x="3812" y="1504075"/>
                  </a:lnTo>
                  <a:lnTo>
                    <a:pt x="14851" y="1548905"/>
                  </a:lnTo>
                  <a:lnTo>
                    <a:pt x="32517" y="1590706"/>
                  </a:lnTo>
                  <a:lnTo>
                    <a:pt x="56209" y="1628880"/>
                  </a:lnTo>
                  <a:lnTo>
                    <a:pt x="85328" y="1662826"/>
                  </a:lnTo>
                  <a:lnTo>
                    <a:pt x="119274" y="1691945"/>
                  </a:lnTo>
                  <a:lnTo>
                    <a:pt x="157448" y="1715637"/>
                  </a:lnTo>
                  <a:lnTo>
                    <a:pt x="199249" y="1733303"/>
                  </a:lnTo>
                  <a:lnTo>
                    <a:pt x="244079" y="1744342"/>
                  </a:lnTo>
                  <a:lnTo>
                    <a:pt x="291338" y="1748154"/>
                  </a:lnTo>
                  <a:lnTo>
                    <a:pt x="2444623" y="1748154"/>
                  </a:lnTo>
                  <a:lnTo>
                    <a:pt x="2491881" y="1744342"/>
                  </a:lnTo>
                  <a:lnTo>
                    <a:pt x="2536711" y="1733303"/>
                  </a:lnTo>
                  <a:lnTo>
                    <a:pt x="2578512" y="1715637"/>
                  </a:lnTo>
                  <a:lnTo>
                    <a:pt x="2616686" y="1691945"/>
                  </a:lnTo>
                  <a:lnTo>
                    <a:pt x="2650632" y="1662826"/>
                  </a:lnTo>
                  <a:lnTo>
                    <a:pt x="2679751" y="1628880"/>
                  </a:lnTo>
                  <a:lnTo>
                    <a:pt x="2703443" y="1590706"/>
                  </a:lnTo>
                  <a:lnTo>
                    <a:pt x="2721109" y="1548905"/>
                  </a:lnTo>
                  <a:lnTo>
                    <a:pt x="2732148" y="1504075"/>
                  </a:lnTo>
                  <a:lnTo>
                    <a:pt x="2735961" y="1456817"/>
                  </a:lnTo>
                  <a:lnTo>
                    <a:pt x="2735961" y="291464"/>
                  </a:lnTo>
                  <a:lnTo>
                    <a:pt x="2732148" y="244203"/>
                  </a:lnTo>
                  <a:lnTo>
                    <a:pt x="2721109" y="199363"/>
                  </a:lnTo>
                  <a:lnTo>
                    <a:pt x="2703443" y="157547"/>
                  </a:lnTo>
                  <a:lnTo>
                    <a:pt x="2679751" y="119356"/>
                  </a:lnTo>
                  <a:lnTo>
                    <a:pt x="2650632" y="85391"/>
                  </a:lnTo>
                  <a:lnTo>
                    <a:pt x="2616686" y="56253"/>
                  </a:lnTo>
                  <a:lnTo>
                    <a:pt x="2578512" y="32544"/>
                  </a:lnTo>
                  <a:lnTo>
                    <a:pt x="2536711" y="14865"/>
                  </a:lnTo>
                  <a:lnTo>
                    <a:pt x="2491881" y="3816"/>
                  </a:lnTo>
                  <a:lnTo>
                    <a:pt x="2444623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72629" y="1157208"/>
              <a:ext cx="2736215" cy="1748155"/>
            </a:xfrm>
            <a:custGeom>
              <a:avLst/>
              <a:gdLst/>
              <a:ahLst/>
              <a:cxnLst/>
              <a:rect l="l" t="t" r="r" b="b"/>
              <a:pathLst>
                <a:path w="2736215" h="1748155">
                  <a:moveTo>
                    <a:pt x="0" y="291464"/>
                  </a:moveTo>
                  <a:lnTo>
                    <a:pt x="3812" y="244203"/>
                  </a:lnTo>
                  <a:lnTo>
                    <a:pt x="14851" y="199363"/>
                  </a:lnTo>
                  <a:lnTo>
                    <a:pt x="32517" y="157547"/>
                  </a:lnTo>
                  <a:lnTo>
                    <a:pt x="56209" y="119356"/>
                  </a:lnTo>
                  <a:lnTo>
                    <a:pt x="85328" y="85391"/>
                  </a:lnTo>
                  <a:lnTo>
                    <a:pt x="119274" y="56253"/>
                  </a:lnTo>
                  <a:lnTo>
                    <a:pt x="157448" y="32544"/>
                  </a:lnTo>
                  <a:lnTo>
                    <a:pt x="199249" y="14865"/>
                  </a:lnTo>
                  <a:lnTo>
                    <a:pt x="244079" y="3816"/>
                  </a:lnTo>
                  <a:lnTo>
                    <a:pt x="291338" y="0"/>
                  </a:lnTo>
                  <a:lnTo>
                    <a:pt x="2444623" y="0"/>
                  </a:lnTo>
                  <a:lnTo>
                    <a:pt x="2491881" y="3816"/>
                  </a:lnTo>
                  <a:lnTo>
                    <a:pt x="2536711" y="14865"/>
                  </a:lnTo>
                  <a:lnTo>
                    <a:pt x="2578512" y="32544"/>
                  </a:lnTo>
                  <a:lnTo>
                    <a:pt x="2616686" y="56253"/>
                  </a:lnTo>
                  <a:lnTo>
                    <a:pt x="2650632" y="85391"/>
                  </a:lnTo>
                  <a:lnTo>
                    <a:pt x="2679751" y="119356"/>
                  </a:lnTo>
                  <a:lnTo>
                    <a:pt x="2703443" y="157547"/>
                  </a:lnTo>
                  <a:lnTo>
                    <a:pt x="2721109" y="199363"/>
                  </a:lnTo>
                  <a:lnTo>
                    <a:pt x="2732148" y="244203"/>
                  </a:lnTo>
                  <a:lnTo>
                    <a:pt x="2735961" y="291464"/>
                  </a:lnTo>
                  <a:lnTo>
                    <a:pt x="2735961" y="1456817"/>
                  </a:lnTo>
                  <a:lnTo>
                    <a:pt x="2732148" y="1504075"/>
                  </a:lnTo>
                  <a:lnTo>
                    <a:pt x="2721109" y="1548905"/>
                  </a:lnTo>
                  <a:lnTo>
                    <a:pt x="2703443" y="1590706"/>
                  </a:lnTo>
                  <a:lnTo>
                    <a:pt x="2679751" y="1628880"/>
                  </a:lnTo>
                  <a:lnTo>
                    <a:pt x="2650632" y="1662826"/>
                  </a:lnTo>
                  <a:lnTo>
                    <a:pt x="2616686" y="1691945"/>
                  </a:lnTo>
                  <a:lnTo>
                    <a:pt x="2578512" y="1715637"/>
                  </a:lnTo>
                  <a:lnTo>
                    <a:pt x="2536711" y="1733303"/>
                  </a:lnTo>
                  <a:lnTo>
                    <a:pt x="2491881" y="1744342"/>
                  </a:lnTo>
                  <a:lnTo>
                    <a:pt x="2444623" y="1748154"/>
                  </a:lnTo>
                  <a:lnTo>
                    <a:pt x="291338" y="1748154"/>
                  </a:lnTo>
                  <a:lnTo>
                    <a:pt x="244079" y="1744342"/>
                  </a:lnTo>
                  <a:lnTo>
                    <a:pt x="199249" y="1733303"/>
                  </a:lnTo>
                  <a:lnTo>
                    <a:pt x="157448" y="1715637"/>
                  </a:lnTo>
                  <a:lnTo>
                    <a:pt x="119274" y="1691945"/>
                  </a:lnTo>
                  <a:lnTo>
                    <a:pt x="85328" y="1662826"/>
                  </a:lnTo>
                  <a:lnTo>
                    <a:pt x="56209" y="1628880"/>
                  </a:lnTo>
                  <a:lnTo>
                    <a:pt x="32517" y="1590706"/>
                  </a:lnTo>
                  <a:lnTo>
                    <a:pt x="14851" y="1548905"/>
                  </a:lnTo>
                  <a:lnTo>
                    <a:pt x="3812" y="1504075"/>
                  </a:lnTo>
                  <a:lnTo>
                    <a:pt x="0" y="1456817"/>
                  </a:lnTo>
                  <a:lnTo>
                    <a:pt x="0" y="291464"/>
                  </a:lnTo>
                  <a:close/>
                </a:path>
              </a:pathLst>
            </a:custGeom>
            <a:ln w="952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85531" y="1476045"/>
            <a:ext cx="1921510" cy="966469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IBM Plex Sans Condensed"/>
                <a:cs typeface="IBM Plex Sans Condensed"/>
              </a:rPr>
              <a:t>Theory</a:t>
            </a:r>
            <a:endParaRPr sz="1400">
              <a:latin typeface="IBM Plex Sans Condensed"/>
              <a:cs typeface="IBM Plex Sans Condensed"/>
            </a:endParaRPr>
          </a:p>
          <a:p>
            <a:pPr marL="255904" indent="-243204">
              <a:lnSpc>
                <a:spcPct val="100000"/>
              </a:lnSpc>
              <a:spcBef>
                <a:spcPts val="55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Dr. Mithun</a:t>
            </a:r>
            <a:r>
              <a:rPr dirty="0" sz="1250" spc="-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Thudiyangal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Dr.</a:t>
            </a:r>
            <a:r>
              <a:rPr dirty="0" sz="1250" spc="-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Sreeja </a:t>
            </a:r>
            <a:r>
              <a:rPr dirty="0" sz="1250" spc="-35">
                <a:solidFill>
                  <a:srgbClr val="000080"/>
                </a:solidFill>
                <a:latin typeface="Roboto"/>
                <a:cs typeface="Roboto"/>
              </a:rPr>
              <a:t>CS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Dr.</a:t>
            </a:r>
            <a:r>
              <a:rPr dirty="0" sz="125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Arindam</a:t>
            </a:r>
            <a:r>
              <a:rPr dirty="0" sz="1250" spc="2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Mallick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0820" y="3362168"/>
            <a:ext cx="2644775" cy="7124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5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Photonics</a:t>
            </a:r>
            <a:r>
              <a:rPr dirty="0" sz="1250" spc="8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8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systems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434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Low</a:t>
            </a:r>
            <a:r>
              <a:rPr dirty="0" sz="1250" spc="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Temperature</a:t>
            </a:r>
            <a:r>
              <a:rPr dirty="0" sz="125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Physics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8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Magnetism</a:t>
            </a:r>
            <a:r>
              <a:rPr dirty="0" sz="1250" spc="8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&amp;</a:t>
            </a:r>
            <a:r>
              <a:rPr dirty="0" sz="1250" spc="8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Materials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3427" y="3311066"/>
            <a:ext cx="2950210" cy="111125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9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7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algorithms</a:t>
            </a:r>
            <a:r>
              <a:rPr dirty="0" sz="1250" spc="8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7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Simulations</a:t>
            </a:r>
            <a:endParaRPr sz="1250">
              <a:latin typeface="Roboto"/>
              <a:cs typeface="Roboto"/>
            </a:endParaRPr>
          </a:p>
          <a:p>
            <a:pPr marL="255904" marR="194310" indent="-243840">
              <a:lnSpc>
                <a:spcPct val="155900"/>
              </a:lnSpc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Quantum</a:t>
            </a:r>
            <a:r>
              <a:rPr dirty="0" sz="1250" spc="9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computing</a:t>
            </a:r>
            <a:r>
              <a:rPr dirty="0" sz="1250" spc="9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and</a:t>
            </a:r>
            <a:r>
              <a:rPr dirty="0" sz="1250" spc="9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Quantum communications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Complex</a:t>
            </a:r>
            <a:r>
              <a:rPr dirty="0" sz="1250" spc="7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Systems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04467" y="2935925"/>
            <a:ext cx="272415" cy="388620"/>
            <a:chOff x="2104467" y="2935925"/>
            <a:chExt cx="272415" cy="388620"/>
          </a:xfrm>
        </p:grpSpPr>
        <p:sp>
          <p:nvSpPr>
            <p:cNvPr id="16" name="object 16"/>
            <p:cNvSpPr/>
            <p:nvPr/>
          </p:nvSpPr>
          <p:spPr>
            <a:xfrm>
              <a:off x="2109229" y="2940687"/>
              <a:ext cx="262890" cy="379095"/>
            </a:xfrm>
            <a:custGeom>
              <a:avLst/>
              <a:gdLst/>
              <a:ahLst/>
              <a:cxnLst/>
              <a:rect l="l" t="t" r="r" b="b"/>
              <a:pathLst>
                <a:path w="262889" h="379095">
                  <a:moveTo>
                    <a:pt x="197104" y="0"/>
                  </a:moveTo>
                  <a:lnTo>
                    <a:pt x="65659" y="0"/>
                  </a:lnTo>
                  <a:lnTo>
                    <a:pt x="65659" y="247269"/>
                  </a:lnTo>
                  <a:lnTo>
                    <a:pt x="0" y="247269"/>
                  </a:lnTo>
                  <a:lnTo>
                    <a:pt x="131445" y="378714"/>
                  </a:lnTo>
                  <a:lnTo>
                    <a:pt x="262763" y="247269"/>
                  </a:lnTo>
                  <a:lnTo>
                    <a:pt x="197104" y="247269"/>
                  </a:lnTo>
                  <a:lnTo>
                    <a:pt x="197104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09229" y="2940687"/>
              <a:ext cx="262890" cy="379095"/>
            </a:xfrm>
            <a:custGeom>
              <a:avLst/>
              <a:gdLst/>
              <a:ahLst/>
              <a:cxnLst/>
              <a:rect l="l" t="t" r="r" b="b"/>
              <a:pathLst>
                <a:path w="262889" h="379095">
                  <a:moveTo>
                    <a:pt x="0" y="247269"/>
                  </a:moveTo>
                  <a:lnTo>
                    <a:pt x="65659" y="247269"/>
                  </a:lnTo>
                  <a:lnTo>
                    <a:pt x="65659" y="0"/>
                  </a:lnTo>
                  <a:lnTo>
                    <a:pt x="197104" y="0"/>
                  </a:lnTo>
                  <a:lnTo>
                    <a:pt x="197104" y="247269"/>
                  </a:lnTo>
                  <a:lnTo>
                    <a:pt x="262763" y="247269"/>
                  </a:lnTo>
                  <a:lnTo>
                    <a:pt x="131445" y="378714"/>
                  </a:lnTo>
                  <a:lnTo>
                    <a:pt x="0" y="247269"/>
                  </a:lnTo>
                  <a:close/>
                </a:path>
              </a:pathLst>
            </a:custGeom>
            <a:ln w="9525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19" name="object 19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23" name="object 23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9683" y="2411996"/>
            <a:ext cx="3933063" cy="18859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61928" y="493360"/>
            <a:ext cx="3092450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Roboto"/>
                <a:cs typeface="Roboto"/>
              </a:rPr>
              <a:t>Features</a:t>
            </a:r>
            <a:r>
              <a:rPr dirty="0" sz="2000" spc="2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of</a:t>
            </a:r>
            <a:r>
              <a:rPr dirty="0" sz="2000" spc="2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Group</a:t>
            </a:r>
            <a:r>
              <a:rPr dirty="0" sz="2000" spc="2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Leaders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647" y="807732"/>
            <a:ext cx="3103245" cy="11918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000080"/>
                </a:solidFill>
                <a:latin typeface="Roboto"/>
                <a:cs typeface="Roboto"/>
              </a:rPr>
              <a:t>In</a:t>
            </a:r>
            <a:r>
              <a:rPr dirty="0" sz="1400" spc="15" b="1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000080"/>
                </a:solidFill>
                <a:latin typeface="Roboto"/>
                <a:cs typeface="Roboto"/>
              </a:rPr>
              <a:t>interdisciplinaryJournals</a:t>
            </a:r>
            <a:endParaRPr sz="1400">
              <a:latin typeface="Roboto"/>
              <a:cs typeface="Roboto"/>
            </a:endParaRPr>
          </a:p>
          <a:p>
            <a:pPr marL="255904" marR="186690" indent="-243840">
              <a:lnSpc>
                <a:spcPct val="105500"/>
              </a:lnSpc>
              <a:spcBef>
                <a:spcPts val="124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4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-Physical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Review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Letters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American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Physical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Society</a:t>
            </a:r>
            <a:r>
              <a:rPr dirty="0" sz="1250" spc="6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(APS)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4</a:t>
            </a:r>
            <a:r>
              <a:rPr dirty="0" sz="125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-Light: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Science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&amp;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Applications</a:t>
            </a:r>
            <a:r>
              <a:rPr dirty="0" sz="125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Nature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3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-Science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advances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-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Science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8449" y="649033"/>
            <a:ext cx="2394585" cy="145796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1090"/>
              </a:spcBef>
            </a:pPr>
            <a:r>
              <a:rPr dirty="0" sz="1400" b="1">
                <a:solidFill>
                  <a:srgbClr val="000080"/>
                </a:solidFill>
                <a:latin typeface="Roboto"/>
                <a:cs typeface="Roboto"/>
              </a:rPr>
              <a:t>In</a:t>
            </a:r>
            <a:r>
              <a:rPr dirty="0" sz="1400" spc="15" b="1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000080"/>
                </a:solidFill>
                <a:latin typeface="Roboto"/>
                <a:cs typeface="Roboto"/>
              </a:rPr>
              <a:t>subjectJournals</a:t>
            </a:r>
            <a:endParaRPr sz="140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895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&gt;</a:t>
            </a:r>
            <a:r>
              <a:rPr dirty="0" sz="1250" spc="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50</a:t>
            </a:r>
            <a:r>
              <a:rPr dirty="0" sz="125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APS</a:t>
            </a:r>
            <a:r>
              <a:rPr dirty="0" sz="125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papers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Publications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in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ACS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journals,</a:t>
            </a:r>
            <a:endParaRPr sz="1250">
              <a:latin typeface="Roboto"/>
              <a:cs typeface="Roboto"/>
            </a:endParaRPr>
          </a:p>
          <a:p>
            <a:pPr marL="255904" indent="-243204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Nano</a:t>
            </a:r>
            <a:r>
              <a:rPr dirty="0" sz="125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Letters,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RSC</a:t>
            </a:r>
            <a:r>
              <a:rPr dirty="0" sz="1250" spc="5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Advances,</a:t>
            </a:r>
            <a:endParaRPr sz="1250">
              <a:latin typeface="Roboto"/>
              <a:cs typeface="Roboto"/>
            </a:endParaRPr>
          </a:p>
          <a:p>
            <a:pPr marL="255904" marR="5080" indent="-243840">
              <a:lnSpc>
                <a:spcPct val="104700"/>
              </a:lnSpc>
              <a:buFont typeface="Liberation Sans Narrow"/>
              <a:buChar char="□"/>
              <a:tabLst>
                <a:tab pos="255904" algn="l"/>
              </a:tabLst>
            </a:pP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Nanoscale,</a:t>
            </a:r>
            <a:r>
              <a:rPr dirty="0" sz="1250" spc="9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Nature</a:t>
            </a:r>
            <a:r>
              <a:rPr dirty="0" sz="1250" spc="9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000080"/>
                </a:solidFill>
                <a:latin typeface="Roboto"/>
                <a:cs typeface="Roboto"/>
              </a:rPr>
              <a:t>Photonics, </a:t>
            </a:r>
            <a:r>
              <a:rPr dirty="0" sz="1250">
                <a:solidFill>
                  <a:srgbClr val="000080"/>
                </a:solidFill>
                <a:latin typeface="Roboto"/>
                <a:cs typeface="Roboto"/>
              </a:rPr>
              <a:t>Nanophotonics</a:t>
            </a:r>
            <a:r>
              <a:rPr dirty="0" sz="1250" spc="10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250" spc="-20">
                <a:solidFill>
                  <a:srgbClr val="000080"/>
                </a:solidFill>
                <a:latin typeface="Roboto"/>
                <a:cs typeface="Roboto"/>
              </a:rPr>
              <a:t>etc.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95986" y="1979981"/>
            <a:ext cx="8738870" cy="3163570"/>
            <a:chOff x="395986" y="1979981"/>
            <a:chExt cx="8738870" cy="316357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986" y="1979981"/>
              <a:ext cx="4171950" cy="27717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6999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56378" y="599278"/>
            <a:ext cx="170878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Roboto"/>
                <a:cs typeface="Roboto"/>
              </a:rPr>
              <a:t>Collaborations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236" y="870789"/>
            <a:ext cx="5063490" cy="10401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36550">
              <a:lnSpc>
                <a:spcPct val="100000"/>
              </a:lnSpc>
              <a:spcBef>
                <a:spcPts val="635"/>
              </a:spcBef>
            </a:pPr>
            <a:r>
              <a:rPr dirty="0" sz="1400" spc="-10" b="1">
                <a:solidFill>
                  <a:srgbClr val="000080"/>
                </a:solidFill>
                <a:latin typeface="Roboto"/>
                <a:cs typeface="Roboto"/>
              </a:rPr>
              <a:t>Academic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400">
                <a:solidFill>
                  <a:srgbClr val="000080"/>
                </a:solidFill>
                <a:latin typeface="Segoe UI Symbol"/>
                <a:cs typeface="Segoe UI Symbol"/>
              </a:rPr>
              <a:t>✔</a:t>
            </a:r>
            <a:r>
              <a:rPr dirty="0" sz="1400" spc="5">
                <a:solidFill>
                  <a:srgbClr val="000080"/>
                </a:solidFill>
                <a:latin typeface="Segoe UI Symbol"/>
                <a:cs typeface="Segoe UI Symbol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University</a:t>
            </a:r>
            <a:r>
              <a:rPr dirty="0" sz="140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of</a:t>
            </a:r>
            <a:r>
              <a:rPr dirty="0" sz="140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Maryland,</a:t>
            </a:r>
            <a:r>
              <a:rPr dirty="0" sz="1400" spc="4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25">
                <a:solidFill>
                  <a:srgbClr val="000080"/>
                </a:solidFill>
                <a:latin typeface="Roboto"/>
                <a:cs typeface="Roboto"/>
              </a:rPr>
              <a:t>USA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150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University</a:t>
            </a:r>
            <a:r>
              <a:rPr dirty="0" sz="1400" spc="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of</a:t>
            </a:r>
            <a:r>
              <a:rPr dirty="0" sz="140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Luxembourg,</a:t>
            </a:r>
            <a:r>
              <a:rPr dirty="0" sz="140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Luxembourg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National</a:t>
            </a:r>
            <a:r>
              <a:rPr dirty="0" u="sng" sz="1400" spc="2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Institute</a:t>
            </a:r>
            <a:r>
              <a:rPr dirty="0" u="sng" sz="1400" spc="25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of</a:t>
            </a:r>
            <a:r>
              <a:rPr dirty="0" u="sng" sz="1400" spc="2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Standards</a:t>
            </a:r>
            <a:r>
              <a:rPr dirty="0" u="sng" sz="1400" spc="25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and</a:t>
            </a:r>
            <a:r>
              <a:rPr dirty="0" u="sng" sz="1400" spc="-1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Technology</a:t>
            </a:r>
            <a:r>
              <a:rPr dirty="0" u="sng" sz="1400" spc="25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 </a:t>
            </a:r>
            <a:r>
              <a:rPr dirty="0" u="sng" sz="1400">
                <a:solidFill>
                  <a:srgbClr val="000080"/>
                </a:solidFill>
                <a:uFill>
                  <a:solidFill>
                    <a:srgbClr val="000080"/>
                  </a:solidFill>
                </a:uFill>
                <a:latin typeface="Roboto"/>
                <a:cs typeface="Roboto"/>
                <a:hlinkClick r:id="rId2"/>
              </a:rPr>
              <a:t>(NIST)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,</a:t>
            </a:r>
            <a:r>
              <a:rPr dirty="0" sz="140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25">
                <a:solidFill>
                  <a:srgbClr val="000080"/>
                </a:solidFill>
                <a:latin typeface="Roboto"/>
                <a:cs typeface="Roboto"/>
              </a:rPr>
              <a:t>USA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5548" y="870636"/>
            <a:ext cx="2248535" cy="124333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640"/>
              </a:spcBef>
            </a:pPr>
            <a:r>
              <a:rPr dirty="0" sz="1400" spc="-10" b="1">
                <a:solidFill>
                  <a:srgbClr val="000080"/>
                </a:solidFill>
                <a:latin typeface="Roboto"/>
                <a:cs typeface="Roboto"/>
              </a:rPr>
              <a:t>Industry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545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Qutools,</a:t>
            </a:r>
            <a:r>
              <a:rPr dirty="0" sz="1400" spc="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Germany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Kipu</a:t>
            </a:r>
            <a:r>
              <a:rPr dirty="0" sz="140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Quantum,</a:t>
            </a:r>
            <a:r>
              <a:rPr dirty="0" sz="1400" spc="5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Germany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Ansys,</a:t>
            </a:r>
            <a:r>
              <a:rPr dirty="0" sz="140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India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Pernishq</a:t>
            </a:r>
            <a:r>
              <a:rPr dirty="0" sz="1400" spc="2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000080"/>
                </a:solidFill>
                <a:latin typeface="Roboto"/>
                <a:cs typeface="Roboto"/>
              </a:rPr>
              <a:t>Delhi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5548" y="2798490"/>
            <a:ext cx="2419985" cy="124333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640"/>
              </a:spcBef>
            </a:pPr>
            <a:r>
              <a:rPr dirty="0" sz="1400" spc="-25" b="1">
                <a:solidFill>
                  <a:srgbClr val="000080"/>
                </a:solidFill>
                <a:latin typeface="Roboto"/>
                <a:cs typeface="Roboto"/>
              </a:rPr>
              <a:t>MoU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545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Qutools,</a:t>
            </a:r>
            <a:r>
              <a:rPr dirty="0" sz="1400" spc="3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Germany</a:t>
            </a:r>
            <a:endParaRPr sz="1400">
              <a:latin typeface="Roboto"/>
              <a:cs typeface="Roboto"/>
            </a:endParaRPr>
          </a:p>
          <a:p>
            <a:pPr marL="285750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28575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Ansys,</a:t>
            </a:r>
            <a:r>
              <a:rPr dirty="0" sz="1400" spc="4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India</a:t>
            </a:r>
            <a:endParaRPr sz="1400">
              <a:latin typeface="Roboto"/>
              <a:cs typeface="Roboto"/>
            </a:endParaRPr>
          </a:p>
          <a:p>
            <a:pPr marL="284480" marR="5080" indent="-272415">
              <a:lnSpc>
                <a:spcPct val="102000"/>
              </a:lnSpc>
              <a:buFont typeface="Liberation Sans Narrow"/>
              <a:buChar char="□"/>
              <a:tabLst>
                <a:tab pos="284480" algn="l"/>
              </a:tabLst>
            </a:pP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Space</a:t>
            </a:r>
            <a:r>
              <a:rPr dirty="0" sz="140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Applications</a:t>
            </a:r>
            <a:r>
              <a:rPr dirty="0" sz="1400" spc="35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000080"/>
                </a:solidFill>
                <a:latin typeface="Roboto"/>
                <a:cs typeface="Roboto"/>
              </a:rPr>
              <a:t>Centre </a:t>
            </a:r>
            <a:r>
              <a:rPr dirty="0" sz="1400">
                <a:solidFill>
                  <a:srgbClr val="000080"/>
                </a:solidFill>
                <a:latin typeface="Roboto"/>
                <a:cs typeface="Roboto"/>
              </a:rPr>
              <a:t>(SAC),</a:t>
            </a:r>
            <a:r>
              <a:rPr dirty="0" sz="1400" spc="10">
                <a:solidFill>
                  <a:srgbClr val="000080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000080"/>
                </a:solidFill>
                <a:latin typeface="Roboto"/>
                <a:cs typeface="Roboto"/>
              </a:rPr>
              <a:t>ISRO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11" name="object 11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11150" indent="-273050">
              <a:lnSpc>
                <a:spcPct val="100000"/>
              </a:lnSpc>
              <a:spcBef>
                <a:spcPts val="125"/>
              </a:spcBef>
              <a:buFont typeface="Liberation Sans Narrow"/>
              <a:buChar char="□"/>
              <a:tabLst>
                <a:tab pos="311150" algn="l"/>
              </a:tabLst>
            </a:pPr>
            <a:r>
              <a:rPr dirty="0"/>
              <a:t>Institute</a:t>
            </a:r>
            <a:r>
              <a:rPr dirty="0" spc="25"/>
              <a:t> </a:t>
            </a:r>
            <a:r>
              <a:rPr dirty="0"/>
              <a:t>for</a:t>
            </a:r>
            <a:r>
              <a:rPr dirty="0" spc="25"/>
              <a:t> </a:t>
            </a:r>
            <a:r>
              <a:rPr dirty="0"/>
              <a:t>Basic</a:t>
            </a:r>
            <a:r>
              <a:rPr dirty="0" spc="30"/>
              <a:t> </a:t>
            </a:r>
            <a:r>
              <a:rPr dirty="0"/>
              <a:t>Science,</a:t>
            </a:r>
            <a:r>
              <a:rPr dirty="0" spc="25"/>
              <a:t> </a:t>
            </a:r>
            <a:r>
              <a:rPr dirty="0"/>
              <a:t>South</a:t>
            </a:r>
            <a:r>
              <a:rPr dirty="0" spc="30"/>
              <a:t> </a:t>
            </a:r>
            <a:r>
              <a:rPr dirty="0" spc="-20"/>
              <a:t>Korea</a:t>
            </a:r>
          </a:p>
          <a:p>
            <a:pPr marL="311150" indent="-273050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311150" algn="l"/>
              </a:tabLst>
            </a:pPr>
            <a:r>
              <a:rPr dirty="0"/>
              <a:t>Lancaster</a:t>
            </a:r>
            <a:r>
              <a:rPr dirty="0" spc="5"/>
              <a:t> </a:t>
            </a:r>
            <a:r>
              <a:rPr dirty="0"/>
              <a:t>University,</a:t>
            </a:r>
            <a:r>
              <a:rPr dirty="0" spc="5"/>
              <a:t> </a:t>
            </a:r>
            <a:r>
              <a:rPr dirty="0" spc="-10"/>
              <a:t>England</a:t>
            </a:r>
          </a:p>
          <a:p>
            <a:pPr marL="311150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311150" algn="l"/>
              </a:tabLst>
            </a:pPr>
            <a:r>
              <a:rPr dirty="0"/>
              <a:t>IIT</a:t>
            </a:r>
            <a:r>
              <a:rPr dirty="0" spc="-15"/>
              <a:t> </a:t>
            </a:r>
            <a:r>
              <a:rPr dirty="0"/>
              <a:t>Delhi,</a:t>
            </a:r>
            <a:r>
              <a:rPr dirty="0" spc="25"/>
              <a:t> </a:t>
            </a:r>
            <a:r>
              <a:rPr dirty="0"/>
              <a:t>IIT</a:t>
            </a:r>
            <a:r>
              <a:rPr dirty="0" spc="-10"/>
              <a:t> Kharagpur</a:t>
            </a:r>
          </a:p>
          <a:p>
            <a:pPr marL="57785">
              <a:lnSpc>
                <a:spcPts val="1630"/>
              </a:lnSpc>
              <a:spcBef>
                <a:spcPts val="815"/>
              </a:spcBef>
            </a:pPr>
            <a:r>
              <a:rPr dirty="0">
                <a:latin typeface="Segoe UI Symbol"/>
                <a:cs typeface="Segoe UI Symbol"/>
              </a:rPr>
              <a:t>✔</a:t>
            </a:r>
            <a:r>
              <a:rPr dirty="0" spc="204">
                <a:latin typeface="Segoe UI Symbol"/>
                <a:cs typeface="Segoe UI Symbol"/>
              </a:rPr>
              <a:t> </a:t>
            </a:r>
            <a:r>
              <a:rPr dirty="0"/>
              <a:t>Los</a:t>
            </a:r>
            <a:r>
              <a:rPr dirty="0" spc="10"/>
              <a:t> </a:t>
            </a:r>
            <a:r>
              <a:rPr dirty="0"/>
              <a:t>Alamos</a:t>
            </a:r>
            <a:r>
              <a:rPr dirty="0" spc="5"/>
              <a:t> </a:t>
            </a:r>
            <a:r>
              <a:rPr dirty="0"/>
              <a:t>National</a:t>
            </a:r>
            <a:r>
              <a:rPr dirty="0" spc="10"/>
              <a:t> </a:t>
            </a:r>
            <a:r>
              <a:rPr dirty="0"/>
              <a:t>Laboratory,</a:t>
            </a:r>
            <a:r>
              <a:rPr dirty="0" spc="10"/>
              <a:t> </a:t>
            </a:r>
            <a:r>
              <a:rPr dirty="0" spc="-25"/>
              <a:t>USA</a:t>
            </a:r>
          </a:p>
          <a:p>
            <a:pPr marL="57785">
              <a:lnSpc>
                <a:spcPts val="1630"/>
              </a:lnSpc>
            </a:pPr>
            <a:r>
              <a:rPr dirty="0" baseline="-7936" sz="2100">
                <a:latin typeface="Segoe UI Symbol"/>
                <a:cs typeface="Segoe UI Symbol"/>
              </a:rPr>
              <a:t>✔</a:t>
            </a:r>
            <a:r>
              <a:rPr dirty="0" baseline="-7936" sz="2100" spc="315">
                <a:latin typeface="Segoe UI Symbol"/>
                <a:cs typeface="Segoe UI Symbol"/>
              </a:rPr>
              <a:t> </a:t>
            </a:r>
            <a:r>
              <a:rPr dirty="0" sz="1400"/>
              <a:t>Kindai</a:t>
            </a:r>
            <a:r>
              <a:rPr dirty="0" sz="1400" spc="15"/>
              <a:t> </a:t>
            </a:r>
            <a:r>
              <a:rPr dirty="0" sz="1400"/>
              <a:t>University,</a:t>
            </a:r>
            <a:r>
              <a:rPr dirty="0" sz="1400" spc="15"/>
              <a:t> </a:t>
            </a:r>
            <a:r>
              <a:rPr dirty="0" sz="1400" spc="-20"/>
              <a:t>Japan</a:t>
            </a:r>
            <a:endParaRPr sz="1400">
              <a:latin typeface="Segoe UI Symbol"/>
              <a:cs typeface="Segoe UI Symbol"/>
            </a:endParaRPr>
          </a:p>
          <a:p>
            <a:pPr marL="5778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Segoe UI Symbol"/>
                <a:cs typeface="Segoe UI Symbol"/>
              </a:rPr>
              <a:t>✔</a:t>
            </a:r>
            <a:r>
              <a:rPr dirty="0" spc="245">
                <a:latin typeface="Segoe UI Symbol"/>
                <a:cs typeface="Segoe UI Symbol"/>
              </a:rPr>
              <a:t> </a:t>
            </a:r>
            <a:r>
              <a:rPr dirty="0"/>
              <a:t>University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Massachusetts,</a:t>
            </a:r>
            <a:r>
              <a:rPr dirty="0" spc="30"/>
              <a:t> </a:t>
            </a:r>
            <a:r>
              <a:rPr dirty="0"/>
              <a:t>Amherst,</a:t>
            </a:r>
            <a:r>
              <a:rPr dirty="0" spc="30"/>
              <a:t> </a:t>
            </a:r>
            <a:r>
              <a:rPr dirty="0" spc="-25"/>
              <a:t>USA</a:t>
            </a:r>
          </a:p>
          <a:p>
            <a:pPr marL="330835" indent="-273050">
              <a:lnSpc>
                <a:spcPct val="100000"/>
              </a:lnSpc>
              <a:spcBef>
                <a:spcPts val="430"/>
              </a:spcBef>
              <a:buFont typeface="Liberation Sans Narrow"/>
              <a:buChar char="□"/>
              <a:tabLst>
                <a:tab pos="330835" algn="l"/>
              </a:tabLst>
            </a:pPr>
            <a:r>
              <a:rPr dirty="0"/>
              <a:t>MaxPlanck</a:t>
            </a:r>
            <a:r>
              <a:rPr dirty="0" spc="65"/>
              <a:t> </a:t>
            </a:r>
            <a:r>
              <a:rPr dirty="0"/>
              <a:t>Institute,</a:t>
            </a:r>
            <a:r>
              <a:rPr dirty="0" spc="65"/>
              <a:t> </a:t>
            </a:r>
            <a:r>
              <a:rPr dirty="0" spc="-10"/>
              <a:t>Germany</a:t>
            </a:r>
          </a:p>
          <a:p>
            <a:pPr marL="330835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330835" algn="l"/>
              </a:tabLst>
            </a:pPr>
            <a:r>
              <a:rPr dirty="0"/>
              <a:t>National</a:t>
            </a:r>
            <a:r>
              <a:rPr dirty="0" spc="35"/>
              <a:t> </a:t>
            </a:r>
            <a:r>
              <a:rPr dirty="0"/>
              <a:t>High</a:t>
            </a:r>
            <a:r>
              <a:rPr dirty="0" spc="40"/>
              <a:t> </a:t>
            </a:r>
            <a:r>
              <a:rPr dirty="0"/>
              <a:t>magnetic</a:t>
            </a:r>
            <a:r>
              <a:rPr dirty="0" spc="35"/>
              <a:t> </a:t>
            </a:r>
            <a:r>
              <a:rPr dirty="0"/>
              <a:t>ﬁeld</a:t>
            </a:r>
            <a:r>
              <a:rPr dirty="0" spc="40"/>
              <a:t> </a:t>
            </a:r>
            <a:r>
              <a:rPr dirty="0"/>
              <a:t>Laboratory,</a:t>
            </a:r>
            <a:r>
              <a:rPr dirty="0" spc="35"/>
              <a:t> </a:t>
            </a:r>
            <a:r>
              <a:rPr dirty="0"/>
              <a:t>Grenoble,</a:t>
            </a:r>
            <a:r>
              <a:rPr dirty="0" spc="40"/>
              <a:t> </a:t>
            </a:r>
            <a:r>
              <a:rPr dirty="0" spc="-10"/>
              <a:t>France</a:t>
            </a:r>
          </a:p>
          <a:p>
            <a:pPr marL="330835" indent="-273050">
              <a:lnSpc>
                <a:spcPct val="100000"/>
              </a:lnSpc>
              <a:spcBef>
                <a:spcPts val="35"/>
              </a:spcBef>
              <a:buFont typeface="Liberation Sans Narrow"/>
              <a:buChar char="□"/>
              <a:tabLst>
                <a:tab pos="330835" algn="l"/>
              </a:tabLst>
            </a:pPr>
            <a:r>
              <a:rPr dirty="0"/>
              <a:t>Leibniz</a:t>
            </a:r>
            <a:r>
              <a:rPr dirty="0" spc="55"/>
              <a:t> </a:t>
            </a:r>
            <a:r>
              <a:rPr dirty="0"/>
              <a:t>Institute</a:t>
            </a:r>
            <a:r>
              <a:rPr dirty="0" spc="60"/>
              <a:t> </a:t>
            </a:r>
            <a:r>
              <a:rPr dirty="0"/>
              <a:t>(IFW)</a:t>
            </a:r>
            <a:r>
              <a:rPr dirty="0" spc="55"/>
              <a:t> </a:t>
            </a:r>
            <a:r>
              <a:rPr dirty="0"/>
              <a:t>Dresden,</a:t>
            </a:r>
            <a:r>
              <a:rPr dirty="0" spc="60"/>
              <a:t> </a:t>
            </a:r>
            <a:r>
              <a:rPr dirty="0" spc="-10"/>
              <a:t>Germany</a:t>
            </a:r>
          </a:p>
          <a:p>
            <a:pPr marL="330835" indent="-273050">
              <a:lnSpc>
                <a:spcPct val="100000"/>
              </a:lnSpc>
              <a:spcBef>
                <a:spcPts val="30"/>
              </a:spcBef>
              <a:buFont typeface="Liberation Sans Narrow"/>
              <a:buChar char="□"/>
              <a:tabLst>
                <a:tab pos="330835" algn="l"/>
              </a:tabLst>
            </a:pPr>
            <a:r>
              <a:rPr dirty="0"/>
              <a:t>High</a:t>
            </a:r>
            <a:r>
              <a:rPr dirty="0" spc="20"/>
              <a:t> </a:t>
            </a:r>
            <a:r>
              <a:rPr dirty="0"/>
              <a:t>Magnetic</a:t>
            </a:r>
            <a:r>
              <a:rPr dirty="0" spc="20"/>
              <a:t> </a:t>
            </a:r>
            <a:r>
              <a:rPr dirty="0"/>
              <a:t>ﬁeld</a:t>
            </a:r>
            <a:r>
              <a:rPr dirty="0" spc="20"/>
              <a:t> </a:t>
            </a:r>
            <a:r>
              <a:rPr dirty="0"/>
              <a:t>Laboratory,</a:t>
            </a:r>
            <a:r>
              <a:rPr dirty="0" spc="20"/>
              <a:t> </a:t>
            </a:r>
            <a:r>
              <a:rPr dirty="0" spc="-10"/>
              <a:t>Germany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419" rIns="0" bIns="0" rtlCol="0" vert="horz">
            <a:spAutoFit/>
          </a:bodyPr>
          <a:lstStyle/>
          <a:p>
            <a:pPr marL="299212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Roboto"/>
                <a:cs typeface="Roboto"/>
              </a:rPr>
              <a:t>Photonics</a:t>
            </a:r>
            <a:r>
              <a:rPr dirty="0" sz="2000" spc="4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Lab</a:t>
            </a:r>
            <a:r>
              <a:rPr dirty="0" sz="2000" spc="4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Facilities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019540" cy="1139825"/>
            <a:chOff x="0" y="0"/>
            <a:chExt cx="9019540" cy="11398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8" name="object 8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70477" y="1324902"/>
            <a:ext cx="4968938" cy="24937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17558" y="1279768"/>
            <a:ext cx="334581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206375" algn="l"/>
              </a:tabLst>
            </a:pPr>
            <a:r>
              <a:rPr dirty="0" sz="1800">
                <a:latin typeface="Arial"/>
                <a:cs typeface="Arial"/>
              </a:rPr>
              <a:t>Supercontinuum Laser </a:t>
            </a:r>
            <a:r>
              <a:rPr dirty="0" sz="1800" spc="-10"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206375" indent="-193675">
              <a:lnSpc>
                <a:spcPct val="100000"/>
              </a:lnSpc>
              <a:spcBef>
                <a:spcPts val="2160"/>
              </a:spcBef>
              <a:buFont typeface="Times New Roman"/>
              <a:buChar char="•"/>
              <a:tabLst>
                <a:tab pos="206375" algn="l"/>
              </a:tabLst>
            </a:pPr>
            <a:r>
              <a:rPr dirty="0" sz="1800">
                <a:latin typeface="Arial"/>
                <a:cs typeface="Arial"/>
              </a:rPr>
              <a:t>Chemical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Nanofabrication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Lab</a:t>
            </a:r>
            <a:endParaRPr sz="1800">
              <a:latin typeface="Arial"/>
              <a:cs typeface="Arial"/>
            </a:endParaRPr>
          </a:p>
          <a:p>
            <a:pPr algn="just" marL="206375" marR="526415" indent="-194310">
              <a:lnSpc>
                <a:spcPct val="100000"/>
              </a:lnSpc>
              <a:spcBef>
                <a:spcPts val="2160"/>
              </a:spcBef>
              <a:buFont typeface="Times New Roman"/>
              <a:buChar char="•"/>
              <a:tabLst>
                <a:tab pos="206375" algn="l"/>
              </a:tabLst>
            </a:pPr>
            <a:r>
              <a:rPr dirty="0" sz="1800">
                <a:latin typeface="Arial"/>
                <a:cs typeface="Arial"/>
              </a:rPr>
              <a:t>Photonic </a:t>
            </a:r>
            <a:r>
              <a:rPr dirty="0" sz="1800" spc="-10">
                <a:latin typeface="Arial"/>
                <a:cs typeface="Arial"/>
              </a:rPr>
              <a:t>characterization </a:t>
            </a:r>
            <a:r>
              <a:rPr dirty="0" sz="1800">
                <a:latin typeface="Arial"/>
                <a:cs typeface="Arial"/>
              </a:rPr>
              <a:t>facilities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(Microscopic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and </a:t>
            </a:r>
            <a:r>
              <a:rPr dirty="0" sz="1800" spc="-10">
                <a:latin typeface="Arial"/>
                <a:cs typeface="Arial"/>
              </a:rPr>
              <a:t>Spectroscopic)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0687" y="103479"/>
            <a:ext cx="1028496" cy="10358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0361" y="4850950"/>
            <a:ext cx="1061402" cy="2156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517717" y="4889869"/>
            <a:ext cx="2160905" cy="166370"/>
            <a:chOff x="4517717" y="4889869"/>
            <a:chExt cx="2160905" cy="16637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Roboto"/>
                <a:cs typeface="Roboto"/>
              </a:rPr>
              <a:t>Quantum</a:t>
            </a:r>
            <a:r>
              <a:rPr dirty="0" sz="2000" spc="5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Magnetism</a:t>
            </a:r>
            <a:r>
              <a:rPr dirty="0" sz="2000" spc="6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&amp;</a:t>
            </a:r>
            <a:r>
              <a:rPr dirty="0" sz="2000" spc="6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Materials</a:t>
            </a:r>
            <a:r>
              <a:rPr dirty="0" sz="2000" spc="6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Research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959" y="1104264"/>
            <a:ext cx="5190197" cy="21389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72912" y="1198778"/>
            <a:ext cx="3067951" cy="16480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4657" y="3337788"/>
            <a:ext cx="2373223" cy="122123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2899" y="2947797"/>
            <a:ext cx="3067964" cy="16112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39935" y="3337775"/>
            <a:ext cx="2314460" cy="1198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0687" y="103479"/>
            <a:ext cx="1028496" cy="10358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0361" y="4850950"/>
            <a:ext cx="1061402" cy="2156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517717" y="4889869"/>
            <a:ext cx="2160905" cy="166370"/>
            <a:chOff x="4517717" y="4889869"/>
            <a:chExt cx="2160905" cy="16637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866" rIns="0" bIns="0" rtlCol="0" vert="horz">
            <a:spAutoFit/>
          </a:bodyPr>
          <a:lstStyle/>
          <a:p>
            <a:pPr marL="819785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Roboto"/>
                <a:cs typeface="Roboto"/>
              </a:rPr>
              <a:t>Cryogenic</a:t>
            </a:r>
            <a:r>
              <a:rPr dirty="0" sz="2000" spc="-20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Technologies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&amp;</a:t>
            </a:r>
            <a:r>
              <a:rPr dirty="0" sz="2000" spc="45">
                <a:latin typeface="Roboto"/>
                <a:cs typeface="Roboto"/>
              </a:rPr>
              <a:t> </a:t>
            </a:r>
            <a:r>
              <a:rPr dirty="0" sz="2000">
                <a:latin typeface="Roboto"/>
                <a:cs typeface="Roboto"/>
              </a:rPr>
              <a:t>Research</a:t>
            </a:r>
            <a:r>
              <a:rPr dirty="0" sz="2000" spc="40">
                <a:latin typeface="Roboto"/>
                <a:cs typeface="Roboto"/>
              </a:rPr>
              <a:t> </a:t>
            </a:r>
            <a:r>
              <a:rPr dirty="0" sz="2000" spc="-10">
                <a:latin typeface="Roboto"/>
                <a:cs typeface="Roboto"/>
              </a:rPr>
              <a:t>Infrastructure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408" y="1057275"/>
            <a:ext cx="3211499" cy="25030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86187" y="1128712"/>
            <a:ext cx="5444388" cy="23601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0801" y="3860762"/>
            <a:ext cx="8202383" cy="462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3479"/>
            <a:ext cx="9135110" cy="5040630"/>
            <a:chOff x="0" y="103479"/>
            <a:chExt cx="9135110" cy="5040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0361" y="4850950"/>
              <a:ext cx="1061402" cy="2156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31384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9104" y="3121825"/>
              <a:ext cx="1825625" cy="14787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12685"/>
              <a:ext cx="9134729" cy="38748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90687" y="103479"/>
              <a:ext cx="1028496" cy="10358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261" y="1206690"/>
              <a:ext cx="2344496" cy="805103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441450">
              <a:lnSpc>
                <a:spcPct val="100000"/>
              </a:lnSpc>
              <a:spcBef>
                <a:spcPts val="125"/>
              </a:spcBef>
            </a:pPr>
            <a:r>
              <a:rPr dirty="0"/>
              <a:t>HPC</a:t>
            </a:r>
            <a:r>
              <a:rPr dirty="0" spc="25"/>
              <a:t> </a:t>
            </a:r>
            <a:r>
              <a:rPr dirty="0"/>
              <a:t>Infrastructure</a:t>
            </a:r>
            <a:r>
              <a:rPr dirty="0" spc="25"/>
              <a:t> </a:t>
            </a:r>
            <a:r>
              <a:rPr dirty="0"/>
              <a:t>-</a:t>
            </a:r>
            <a:r>
              <a:rPr dirty="0" spc="30"/>
              <a:t> </a:t>
            </a:r>
            <a:r>
              <a:rPr dirty="0"/>
              <a:t>System</a:t>
            </a:r>
            <a:r>
              <a:rPr dirty="0" spc="25"/>
              <a:t> </a:t>
            </a:r>
            <a:r>
              <a:rPr dirty="0" spc="-10"/>
              <a:t>Speciﬁcations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048625" cy="741045"/>
            <a:chOff x="0" y="0"/>
            <a:chExt cx="8048625" cy="7410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048625" cy="741045"/>
            </a:xfrm>
            <a:custGeom>
              <a:avLst/>
              <a:gdLst/>
              <a:ahLst/>
              <a:cxnLst/>
              <a:rect l="l" t="t" r="r" b="b"/>
              <a:pathLst>
                <a:path w="8048625" h="741045">
                  <a:moveTo>
                    <a:pt x="8048307" y="0"/>
                  </a:moveTo>
                  <a:lnTo>
                    <a:pt x="7549261" y="0"/>
                  </a:lnTo>
                  <a:lnTo>
                    <a:pt x="7201319" y="0"/>
                  </a:lnTo>
                  <a:lnTo>
                    <a:pt x="0" y="0"/>
                  </a:lnTo>
                  <a:lnTo>
                    <a:pt x="0" y="420446"/>
                  </a:lnTo>
                  <a:lnTo>
                    <a:pt x="7441362" y="420446"/>
                  </a:lnTo>
                  <a:lnTo>
                    <a:pt x="7624292" y="740854"/>
                  </a:lnTo>
                  <a:lnTo>
                    <a:pt x="8048307" y="0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580860" y="419506"/>
              <a:ext cx="1301115" cy="321945"/>
            </a:xfrm>
            <a:custGeom>
              <a:avLst/>
              <a:gdLst/>
              <a:ahLst/>
              <a:cxnLst/>
              <a:rect l="l" t="t" r="r" b="b"/>
              <a:pathLst>
                <a:path w="1301115" h="321945">
                  <a:moveTo>
                    <a:pt x="1300835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300835" y="321348"/>
                  </a:lnTo>
                  <a:lnTo>
                    <a:pt x="130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26998" y="4375162"/>
            <a:ext cx="8508365" cy="768350"/>
            <a:chOff x="626998" y="4375162"/>
            <a:chExt cx="8508365" cy="768350"/>
          </a:xfrm>
        </p:grpSpPr>
        <p:sp>
          <p:nvSpPr>
            <p:cNvPr id="6" name="object 6"/>
            <p:cNvSpPr/>
            <p:nvPr/>
          </p:nvSpPr>
          <p:spPr>
            <a:xfrm>
              <a:off x="653338" y="4375162"/>
              <a:ext cx="8481695" cy="768350"/>
            </a:xfrm>
            <a:custGeom>
              <a:avLst/>
              <a:gdLst/>
              <a:ahLst/>
              <a:cxnLst/>
              <a:rect l="l" t="t" r="r" b="b"/>
              <a:pathLst>
                <a:path w="8481695" h="768350">
                  <a:moveTo>
                    <a:pt x="8481403" y="320421"/>
                  </a:moveTo>
                  <a:lnTo>
                    <a:pt x="622668" y="320421"/>
                  </a:lnTo>
                  <a:lnTo>
                    <a:pt x="439750" y="0"/>
                  </a:lnTo>
                  <a:lnTo>
                    <a:pt x="0" y="768337"/>
                  </a:lnTo>
                  <a:lnTo>
                    <a:pt x="514769" y="768337"/>
                  </a:lnTo>
                  <a:lnTo>
                    <a:pt x="878395" y="768337"/>
                  </a:lnTo>
                  <a:lnTo>
                    <a:pt x="8481403" y="768337"/>
                  </a:lnTo>
                  <a:lnTo>
                    <a:pt x="8481403" y="320421"/>
                  </a:lnTo>
                  <a:close/>
                </a:path>
              </a:pathLst>
            </a:custGeom>
            <a:solidFill>
              <a:srgbClr val="0C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6998" y="4375162"/>
              <a:ext cx="1510030" cy="321945"/>
            </a:xfrm>
            <a:custGeom>
              <a:avLst/>
              <a:gdLst/>
              <a:ahLst/>
              <a:cxnLst/>
              <a:rect l="l" t="t" r="r" b="b"/>
              <a:pathLst>
                <a:path w="1510030" h="321945">
                  <a:moveTo>
                    <a:pt x="1509509" y="0"/>
                  </a:moveTo>
                  <a:lnTo>
                    <a:pt x="0" y="0"/>
                  </a:lnTo>
                  <a:lnTo>
                    <a:pt x="0" y="321348"/>
                  </a:lnTo>
                  <a:lnTo>
                    <a:pt x="1509509" y="321348"/>
                  </a:lnTo>
                  <a:lnTo>
                    <a:pt x="1509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0362" y="4850950"/>
              <a:ext cx="1061402" cy="2156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7717" y="4889869"/>
              <a:ext cx="1473327" cy="1530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31385" y="4898698"/>
              <a:ext cx="647065" cy="157480"/>
            </a:xfrm>
            <a:custGeom>
              <a:avLst/>
              <a:gdLst/>
              <a:ahLst/>
              <a:cxnLst/>
              <a:rect l="l" t="t" r="r" b="b"/>
              <a:pathLst>
                <a:path w="647065" h="157479">
                  <a:moveTo>
                    <a:pt x="15113" y="8382"/>
                  </a:moveTo>
                  <a:lnTo>
                    <a:pt x="0" y="8382"/>
                  </a:lnTo>
                  <a:lnTo>
                    <a:pt x="0" y="87757"/>
                  </a:lnTo>
                  <a:lnTo>
                    <a:pt x="22574" y="125444"/>
                  </a:lnTo>
                  <a:lnTo>
                    <a:pt x="38862" y="128016"/>
                  </a:lnTo>
                  <a:lnTo>
                    <a:pt x="47432" y="127373"/>
                  </a:lnTo>
                  <a:lnTo>
                    <a:pt x="55038" y="125444"/>
                  </a:lnTo>
                  <a:lnTo>
                    <a:pt x="61668" y="122229"/>
                  </a:lnTo>
                  <a:lnTo>
                    <a:pt x="67310" y="117729"/>
                  </a:lnTo>
                  <a:lnTo>
                    <a:pt x="70099" y="114173"/>
                  </a:lnTo>
                  <a:lnTo>
                    <a:pt x="31496" y="114173"/>
                  </a:lnTo>
                  <a:lnTo>
                    <a:pt x="25654" y="112014"/>
                  </a:lnTo>
                  <a:lnTo>
                    <a:pt x="21463" y="107569"/>
                  </a:lnTo>
                  <a:lnTo>
                    <a:pt x="17272" y="103251"/>
                  </a:lnTo>
                  <a:lnTo>
                    <a:pt x="15144" y="96994"/>
                  </a:lnTo>
                  <a:lnTo>
                    <a:pt x="15113" y="8382"/>
                  </a:lnTo>
                  <a:close/>
                </a:path>
                <a:path w="647065" h="157479">
                  <a:moveTo>
                    <a:pt x="77597" y="8382"/>
                  </a:moveTo>
                  <a:lnTo>
                    <a:pt x="62484" y="8382"/>
                  </a:lnTo>
                  <a:lnTo>
                    <a:pt x="62452" y="96994"/>
                  </a:lnTo>
                  <a:lnTo>
                    <a:pt x="60325" y="103251"/>
                  </a:lnTo>
                  <a:lnTo>
                    <a:pt x="52070" y="112014"/>
                  </a:lnTo>
                  <a:lnTo>
                    <a:pt x="46228" y="114173"/>
                  </a:lnTo>
                  <a:lnTo>
                    <a:pt x="70099" y="114173"/>
                  </a:lnTo>
                  <a:lnTo>
                    <a:pt x="71793" y="112014"/>
                  </a:lnTo>
                  <a:lnTo>
                    <a:pt x="75025" y="105076"/>
                  </a:lnTo>
                  <a:lnTo>
                    <a:pt x="76954" y="96994"/>
                  </a:lnTo>
                  <a:lnTo>
                    <a:pt x="77597" y="87757"/>
                  </a:lnTo>
                  <a:lnTo>
                    <a:pt x="77597" y="8382"/>
                  </a:lnTo>
                  <a:close/>
                </a:path>
                <a:path w="647065" h="157479">
                  <a:moveTo>
                    <a:pt x="113792" y="35814"/>
                  </a:moveTo>
                  <a:lnTo>
                    <a:pt x="103124" y="35814"/>
                  </a:lnTo>
                  <a:lnTo>
                    <a:pt x="103124" y="125984"/>
                  </a:lnTo>
                  <a:lnTo>
                    <a:pt x="117221" y="125984"/>
                  </a:lnTo>
                  <a:lnTo>
                    <a:pt x="117221" y="63119"/>
                  </a:lnTo>
                  <a:lnTo>
                    <a:pt x="118872" y="57023"/>
                  </a:lnTo>
                  <a:lnTo>
                    <a:pt x="122174" y="52705"/>
                  </a:lnTo>
                  <a:lnTo>
                    <a:pt x="125603" y="48387"/>
                  </a:lnTo>
                  <a:lnTo>
                    <a:pt x="129540" y="46228"/>
                  </a:lnTo>
                  <a:lnTo>
                    <a:pt x="115570" y="46228"/>
                  </a:lnTo>
                  <a:lnTo>
                    <a:pt x="113792" y="35814"/>
                  </a:lnTo>
                  <a:close/>
                </a:path>
                <a:path w="647065" h="157479">
                  <a:moveTo>
                    <a:pt x="145161" y="33655"/>
                  </a:moveTo>
                  <a:lnTo>
                    <a:pt x="133985" y="33655"/>
                  </a:lnTo>
                  <a:lnTo>
                    <a:pt x="129921" y="34671"/>
                  </a:lnTo>
                  <a:lnTo>
                    <a:pt x="126111" y="36576"/>
                  </a:lnTo>
                  <a:lnTo>
                    <a:pt x="122301" y="38608"/>
                  </a:lnTo>
                  <a:lnTo>
                    <a:pt x="119126" y="41783"/>
                  </a:lnTo>
                  <a:lnTo>
                    <a:pt x="116713" y="46228"/>
                  </a:lnTo>
                  <a:lnTo>
                    <a:pt x="137795" y="46228"/>
                  </a:lnTo>
                  <a:lnTo>
                    <a:pt x="140843" y="47244"/>
                  </a:lnTo>
                  <a:lnTo>
                    <a:pt x="143129" y="49403"/>
                  </a:lnTo>
                  <a:lnTo>
                    <a:pt x="145542" y="51562"/>
                  </a:lnTo>
                  <a:lnTo>
                    <a:pt x="146685" y="55753"/>
                  </a:lnTo>
                  <a:lnTo>
                    <a:pt x="146685" y="125984"/>
                  </a:lnTo>
                  <a:lnTo>
                    <a:pt x="160782" y="125984"/>
                  </a:lnTo>
                  <a:lnTo>
                    <a:pt x="160782" y="50927"/>
                  </a:lnTo>
                  <a:lnTo>
                    <a:pt x="158750" y="43815"/>
                  </a:lnTo>
                  <a:lnTo>
                    <a:pt x="154686" y="39751"/>
                  </a:lnTo>
                  <a:lnTo>
                    <a:pt x="150622" y="35814"/>
                  </a:lnTo>
                  <a:lnTo>
                    <a:pt x="145161" y="33655"/>
                  </a:lnTo>
                  <a:close/>
                </a:path>
                <a:path w="647065" h="157479">
                  <a:moveTo>
                    <a:pt x="195580" y="35814"/>
                  </a:moveTo>
                  <a:lnTo>
                    <a:pt x="181483" y="35814"/>
                  </a:lnTo>
                  <a:lnTo>
                    <a:pt x="181483" y="125984"/>
                  </a:lnTo>
                  <a:lnTo>
                    <a:pt x="195580" y="125984"/>
                  </a:lnTo>
                  <a:lnTo>
                    <a:pt x="195580" y="35814"/>
                  </a:lnTo>
                  <a:close/>
                </a:path>
                <a:path w="647065" h="157479">
                  <a:moveTo>
                    <a:pt x="195834" y="2032"/>
                  </a:moveTo>
                  <a:lnTo>
                    <a:pt x="181229" y="2032"/>
                  </a:lnTo>
                  <a:lnTo>
                    <a:pt x="181229" y="18288"/>
                  </a:lnTo>
                  <a:lnTo>
                    <a:pt x="195834" y="18288"/>
                  </a:lnTo>
                  <a:lnTo>
                    <a:pt x="195834" y="2032"/>
                  </a:lnTo>
                  <a:close/>
                </a:path>
                <a:path w="647065" h="157479">
                  <a:moveTo>
                    <a:pt x="224282" y="35814"/>
                  </a:moveTo>
                  <a:lnTo>
                    <a:pt x="208788" y="35814"/>
                  </a:lnTo>
                  <a:lnTo>
                    <a:pt x="234696" y="125984"/>
                  </a:lnTo>
                  <a:lnTo>
                    <a:pt x="249936" y="125984"/>
                  </a:lnTo>
                  <a:lnTo>
                    <a:pt x="256139" y="104394"/>
                  </a:lnTo>
                  <a:lnTo>
                    <a:pt x="242570" y="104394"/>
                  </a:lnTo>
                  <a:lnTo>
                    <a:pt x="242189" y="102362"/>
                  </a:lnTo>
                  <a:lnTo>
                    <a:pt x="241173" y="98552"/>
                  </a:lnTo>
                  <a:lnTo>
                    <a:pt x="240665" y="96774"/>
                  </a:lnTo>
                  <a:lnTo>
                    <a:pt x="238125" y="87249"/>
                  </a:lnTo>
                  <a:lnTo>
                    <a:pt x="237617" y="85217"/>
                  </a:lnTo>
                  <a:lnTo>
                    <a:pt x="236982" y="83312"/>
                  </a:lnTo>
                  <a:lnTo>
                    <a:pt x="236474" y="81534"/>
                  </a:lnTo>
                  <a:lnTo>
                    <a:pt x="224282" y="35814"/>
                  </a:lnTo>
                  <a:close/>
                </a:path>
                <a:path w="647065" h="157479">
                  <a:moveTo>
                    <a:pt x="275844" y="35814"/>
                  </a:moveTo>
                  <a:lnTo>
                    <a:pt x="261620" y="35814"/>
                  </a:lnTo>
                  <a:lnTo>
                    <a:pt x="249428" y="81026"/>
                  </a:lnTo>
                  <a:lnTo>
                    <a:pt x="249047" y="82931"/>
                  </a:lnTo>
                  <a:lnTo>
                    <a:pt x="248539" y="84963"/>
                  </a:lnTo>
                  <a:lnTo>
                    <a:pt x="247523" y="88773"/>
                  </a:lnTo>
                  <a:lnTo>
                    <a:pt x="247015" y="90805"/>
                  </a:lnTo>
                  <a:lnTo>
                    <a:pt x="245999" y="94615"/>
                  </a:lnTo>
                  <a:lnTo>
                    <a:pt x="245457" y="96774"/>
                  </a:lnTo>
                  <a:lnTo>
                    <a:pt x="244475" y="100457"/>
                  </a:lnTo>
                  <a:lnTo>
                    <a:pt x="243840" y="102362"/>
                  </a:lnTo>
                  <a:lnTo>
                    <a:pt x="243332" y="104394"/>
                  </a:lnTo>
                  <a:lnTo>
                    <a:pt x="256139" y="104394"/>
                  </a:lnTo>
                  <a:lnTo>
                    <a:pt x="275844" y="35814"/>
                  </a:lnTo>
                  <a:close/>
                </a:path>
                <a:path w="647065" h="157479">
                  <a:moveTo>
                    <a:pt x="324739" y="33655"/>
                  </a:moveTo>
                  <a:lnTo>
                    <a:pt x="314960" y="33655"/>
                  </a:lnTo>
                  <a:lnTo>
                    <a:pt x="307006" y="34369"/>
                  </a:lnTo>
                  <a:lnTo>
                    <a:pt x="281574" y="69516"/>
                  </a:lnTo>
                  <a:lnTo>
                    <a:pt x="281051" y="80899"/>
                  </a:lnTo>
                  <a:lnTo>
                    <a:pt x="281578" y="92517"/>
                  </a:lnTo>
                  <a:lnTo>
                    <a:pt x="307207" y="127325"/>
                  </a:lnTo>
                  <a:lnTo>
                    <a:pt x="315087" y="128016"/>
                  </a:lnTo>
                  <a:lnTo>
                    <a:pt x="323977" y="128016"/>
                  </a:lnTo>
                  <a:lnTo>
                    <a:pt x="331089" y="125095"/>
                  </a:lnTo>
                  <a:lnTo>
                    <a:pt x="339910" y="115443"/>
                  </a:lnTo>
                  <a:lnTo>
                    <a:pt x="308864" y="115443"/>
                  </a:lnTo>
                  <a:lnTo>
                    <a:pt x="303911" y="113030"/>
                  </a:lnTo>
                  <a:lnTo>
                    <a:pt x="300736" y="108077"/>
                  </a:lnTo>
                  <a:lnTo>
                    <a:pt x="297561" y="103251"/>
                  </a:lnTo>
                  <a:lnTo>
                    <a:pt x="295910" y="95504"/>
                  </a:lnTo>
                  <a:lnTo>
                    <a:pt x="295783" y="84963"/>
                  </a:lnTo>
                  <a:lnTo>
                    <a:pt x="344551" y="84963"/>
                  </a:lnTo>
                  <a:lnTo>
                    <a:pt x="344551" y="76073"/>
                  </a:lnTo>
                  <a:lnTo>
                    <a:pt x="344397" y="72517"/>
                  </a:lnTo>
                  <a:lnTo>
                    <a:pt x="295910" y="72517"/>
                  </a:lnTo>
                  <a:lnTo>
                    <a:pt x="296415" y="65545"/>
                  </a:lnTo>
                  <a:lnTo>
                    <a:pt x="296535" y="63881"/>
                  </a:lnTo>
                  <a:lnTo>
                    <a:pt x="298163" y="57404"/>
                  </a:lnTo>
                  <a:lnTo>
                    <a:pt x="298623" y="56626"/>
                  </a:lnTo>
                  <a:lnTo>
                    <a:pt x="303954" y="48514"/>
                  </a:lnTo>
                  <a:lnTo>
                    <a:pt x="303769" y="48514"/>
                  </a:lnTo>
                  <a:lnTo>
                    <a:pt x="308610" y="46228"/>
                  </a:lnTo>
                  <a:lnTo>
                    <a:pt x="338690" y="46228"/>
                  </a:lnTo>
                  <a:lnTo>
                    <a:pt x="337185" y="43561"/>
                  </a:lnTo>
                  <a:lnTo>
                    <a:pt x="332232" y="36957"/>
                  </a:lnTo>
                  <a:lnTo>
                    <a:pt x="324739" y="33655"/>
                  </a:lnTo>
                  <a:close/>
                </a:path>
                <a:path w="647065" h="157479">
                  <a:moveTo>
                    <a:pt x="344551" y="95250"/>
                  </a:moveTo>
                  <a:lnTo>
                    <a:pt x="330708" y="95250"/>
                  </a:lnTo>
                  <a:lnTo>
                    <a:pt x="330708" y="101600"/>
                  </a:lnTo>
                  <a:lnTo>
                    <a:pt x="329311" y="106553"/>
                  </a:lnTo>
                  <a:lnTo>
                    <a:pt x="326390" y="110109"/>
                  </a:lnTo>
                  <a:lnTo>
                    <a:pt x="323596" y="113665"/>
                  </a:lnTo>
                  <a:lnTo>
                    <a:pt x="319913" y="115443"/>
                  </a:lnTo>
                  <a:lnTo>
                    <a:pt x="339910" y="115443"/>
                  </a:lnTo>
                  <a:lnTo>
                    <a:pt x="341884" y="113284"/>
                  </a:lnTo>
                  <a:lnTo>
                    <a:pt x="344551" y="105283"/>
                  </a:lnTo>
                  <a:lnTo>
                    <a:pt x="344551" y="95250"/>
                  </a:lnTo>
                  <a:close/>
                </a:path>
                <a:path w="647065" h="157479">
                  <a:moveTo>
                    <a:pt x="338690" y="46228"/>
                  </a:moveTo>
                  <a:lnTo>
                    <a:pt x="319913" y="46228"/>
                  </a:lnTo>
                  <a:lnTo>
                    <a:pt x="323596" y="48514"/>
                  </a:lnTo>
                  <a:lnTo>
                    <a:pt x="326136" y="52959"/>
                  </a:lnTo>
                  <a:lnTo>
                    <a:pt x="328549" y="57404"/>
                  </a:lnTo>
                  <a:lnTo>
                    <a:pt x="329819" y="63881"/>
                  </a:lnTo>
                  <a:lnTo>
                    <a:pt x="329819" y="72517"/>
                  </a:lnTo>
                  <a:lnTo>
                    <a:pt x="344397" y="72517"/>
                  </a:lnTo>
                  <a:lnTo>
                    <a:pt x="344096" y="65545"/>
                  </a:lnTo>
                  <a:lnTo>
                    <a:pt x="342844" y="57404"/>
                  </a:lnTo>
                  <a:lnTo>
                    <a:pt x="342725" y="56626"/>
                  </a:lnTo>
                  <a:lnTo>
                    <a:pt x="340425" y="49301"/>
                  </a:lnTo>
                  <a:lnTo>
                    <a:pt x="338690" y="46228"/>
                  </a:lnTo>
                  <a:close/>
                </a:path>
                <a:path w="647065" h="157479">
                  <a:moveTo>
                    <a:pt x="370967" y="35814"/>
                  </a:moveTo>
                  <a:lnTo>
                    <a:pt x="360299" y="35814"/>
                  </a:lnTo>
                  <a:lnTo>
                    <a:pt x="360299" y="125984"/>
                  </a:lnTo>
                  <a:lnTo>
                    <a:pt x="374396" y="125984"/>
                  </a:lnTo>
                  <a:lnTo>
                    <a:pt x="374396" y="65532"/>
                  </a:lnTo>
                  <a:lnTo>
                    <a:pt x="375158" y="61341"/>
                  </a:lnTo>
                  <a:lnTo>
                    <a:pt x="376682" y="58293"/>
                  </a:lnTo>
                  <a:lnTo>
                    <a:pt x="378206" y="55118"/>
                  </a:lnTo>
                  <a:lnTo>
                    <a:pt x="380238" y="52959"/>
                  </a:lnTo>
                  <a:lnTo>
                    <a:pt x="382778" y="51689"/>
                  </a:lnTo>
                  <a:lnTo>
                    <a:pt x="385445" y="50292"/>
                  </a:lnTo>
                  <a:lnTo>
                    <a:pt x="388239" y="49657"/>
                  </a:lnTo>
                  <a:lnTo>
                    <a:pt x="395732" y="49657"/>
                  </a:lnTo>
                  <a:lnTo>
                    <a:pt x="395732" y="47625"/>
                  </a:lnTo>
                  <a:lnTo>
                    <a:pt x="372745" y="47625"/>
                  </a:lnTo>
                  <a:lnTo>
                    <a:pt x="370967" y="35814"/>
                  </a:lnTo>
                  <a:close/>
                </a:path>
                <a:path w="647065" h="157479">
                  <a:moveTo>
                    <a:pt x="391033" y="33655"/>
                  </a:moveTo>
                  <a:lnTo>
                    <a:pt x="384810" y="33655"/>
                  </a:lnTo>
                  <a:lnTo>
                    <a:pt x="381508" y="35179"/>
                  </a:lnTo>
                  <a:lnTo>
                    <a:pt x="379095" y="38100"/>
                  </a:lnTo>
                  <a:lnTo>
                    <a:pt x="376809" y="41021"/>
                  </a:lnTo>
                  <a:lnTo>
                    <a:pt x="375031" y="44196"/>
                  </a:lnTo>
                  <a:lnTo>
                    <a:pt x="373888" y="47625"/>
                  </a:lnTo>
                  <a:lnTo>
                    <a:pt x="395732" y="47625"/>
                  </a:lnTo>
                  <a:lnTo>
                    <a:pt x="395732" y="35052"/>
                  </a:lnTo>
                  <a:lnTo>
                    <a:pt x="395097" y="34798"/>
                  </a:lnTo>
                  <a:lnTo>
                    <a:pt x="393954" y="34417"/>
                  </a:lnTo>
                  <a:lnTo>
                    <a:pt x="392684" y="33909"/>
                  </a:lnTo>
                  <a:lnTo>
                    <a:pt x="391033" y="33655"/>
                  </a:lnTo>
                  <a:close/>
                </a:path>
                <a:path w="647065" h="157479">
                  <a:moveTo>
                    <a:pt x="418211" y="97917"/>
                  </a:moveTo>
                  <a:lnTo>
                    <a:pt x="403479" y="97917"/>
                  </a:lnTo>
                  <a:lnTo>
                    <a:pt x="403415" y="98552"/>
                  </a:lnTo>
                  <a:lnTo>
                    <a:pt x="403352" y="98806"/>
                  </a:lnTo>
                  <a:lnTo>
                    <a:pt x="425450" y="128016"/>
                  </a:lnTo>
                  <a:lnTo>
                    <a:pt x="437896" y="128016"/>
                  </a:lnTo>
                  <a:lnTo>
                    <a:pt x="442849" y="127000"/>
                  </a:lnTo>
                  <a:lnTo>
                    <a:pt x="447040" y="125095"/>
                  </a:lnTo>
                  <a:lnTo>
                    <a:pt x="451358" y="123190"/>
                  </a:lnTo>
                  <a:lnTo>
                    <a:pt x="454787" y="120142"/>
                  </a:lnTo>
                  <a:lnTo>
                    <a:pt x="457557" y="115697"/>
                  </a:lnTo>
                  <a:lnTo>
                    <a:pt x="428879" y="115697"/>
                  </a:lnTo>
                  <a:lnTo>
                    <a:pt x="425323" y="114427"/>
                  </a:lnTo>
                  <a:lnTo>
                    <a:pt x="422529" y="111760"/>
                  </a:lnTo>
                  <a:lnTo>
                    <a:pt x="419608" y="109220"/>
                  </a:lnTo>
                  <a:lnTo>
                    <a:pt x="418211" y="105156"/>
                  </a:lnTo>
                  <a:lnTo>
                    <a:pt x="418211" y="97917"/>
                  </a:lnTo>
                  <a:close/>
                </a:path>
                <a:path w="647065" h="157479">
                  <a:moveTo>
                    <a:pt x="439039" y="33655"/>
                  </a:moveTo>
                  <a:lnTo>
                    <a:pt x="427736" y="33655"/>
                  </a:lnTo>
                  <a:lnTo>
                    <a:pt x="422783" y="34798"/>
                  </a:lnTo>
                  <a:lnTo>
                    <a:pt x="418592" y="36830"/>
                  </a:lnTo>
                  <a:lnTo>
                    <a:pt x="414274" y="38862"/>
                  </a:lnTo>
                  <a:lnTo>
                    <a:pt x="411099" y="41783"/>
                  </a:lnTo>
                  <a:lnTo>
                    <a:pt x="408813" y="45593"/>
                  </a:lnTo>
                  <a:lnTo>
                    <a:pt x="406527" y="49530"/>
                  </a:lnTo>
                  <a:lnTo>
                    <a:pt x="405384" y="54102"/>
                  </a:lnTo>
                  <a:lnTo>
                    <a:pt x="405384" y="64770"/>
                  </a:lnTo>
                  <a:lnTo>
                    <a:pt x="429514" y="85725"/>
                  </a:lnTo>
                  <a:lnTo>
                    <a:pt x="432816" y="86995"/>
                  </a:lnTo>
                  <a:lnTo>
                    <a:pt x="435864" y="88392"/>
                  </a:lnTo>
                  <a:lnTo>
                    <a:pt x="438912" y="89662"/>
                  </a:lnTo>
                  <a:lnTo>
                    <a:pt x="441452" y="91313"/>
                  </a:lnTo>
                  <a:lnTo>
                    <a:pt x="445516" y="95631"/>
                  </a:lnTo>
                  <a:lnTo>
                    <a:pt x="446443" y="98298"/>
                  </a:lnTo>
                  <a:lnTo>
                    <a:pt x="446532" y="106680"/>
                  </a:lnTo>
                  <a:lnTo>
                    <a:pt x="445134" y="109982"/>
                  </a:lnTo>
                  <a:lnTo>
                    <a:pt x="439801" y="114554"/>
                  </a:lnTo>
                  <a:lnTo>
                    <a:pt x="436626" y="115697"/>
                  </a:lnTo>
                  <a:lnTo>
                    <a:pt x="457557" y="115697"/>
                  </a:lnTo>
                  <a:lnTo>
                    <a:pt x="459867" y="111887"/>
                  </a:lnTo>
                  <a:lnTo>
                    <a:pt x="461010" y="106680"/>
                  </a:lnTo>
                  <a:lnTo>
                    <a:pt x="461010" y="94615"/>
                  </a:lnTo>
                  <a:lnTo>
                    <a:pt x="433578" y="71755"/>
                  </a:lnTo>
                  <a:lnTo>
                    <a:pt x="427482" y="69469"/>
                  </a:lnTo>
                  <a:lnTo>
                    <a:pt x="424942" y="67945"/>
                  </a:lnTo>
                  <a:lnTo>
                    <a:pt x="422909" y="66167"/>
                  </a:lnTo>
                  <a:lnTo>
                    <a:pt x="420878" y="64262"/>
                  </a:lnTo>
                  <a:lnTo>
                    <a:pt x="419862" y="61722"/>
                  </a:lnTo>
                  <a:lnTo>
                    <a:pt x="419862" y="56642"/>
                  </a:lnTo>
                  <a:lnTo>
                    <a:pt x="428752" y="46101"/>
                  </a:lnTo>
                  <a:lnTo>
                    <a:pt x="456311" y="46101"/>
                  </a:lnTo>
                  <a:lnTo>
                    <a:pt x="454406" y="42291"/>
                  </a:lnTo>
                  <a:lnTo>
                    <a:pt x="451485" y="39243"/>
                  </a:lnTo>
                  <a:lnTo>
                    <a:pt x="447548" y="37084"/>
                  </a:lnTo>
                  <a:lnTo>
                    <a:pt x="443738" y="34798"/>
                  </a:lnTo>
                  <a:lnTo>
                    <a:pt x="439039" y="33655"/>
                  </a:lnTo>
                  <a:close/>
                </a:path>
                <a:path w="647065" h="157479">
                  <a:moveTo>
                    <a:pt x="456311" y="46101"/>
                  </a:moveTo>
                  <a:lnTo>
                    <a:pt x="436880" y="46101"/>
                  </a:lnTo>
                  <a:lnTo>
                    <a:pt x="440182" y="47498"/>
                  </a:lnTo>
                  <a:lnTo>
                    <a:pt x="443738" y="53340"/>
                  </a:lnTo>
                  <a:lnTo>
                    <a:pt x="444627" y="56642"/>
                  </a:lnTo>
                  <a:lnTo>
                    <a:pt x="444627" y="61722"/>
                  </a:lnTo>
                  <a:lnTo>
                    <a:pt x="459232" y="61722"/>
                  </a:lnTo>
                  <a:lnTo>
                    <a:pt x="459356" y="54102"/>
                  </a:lnTo>
                  <a:lnTo>
                    <a:pt x="459205" y="53340"/>
                  </a:lnTo>
                  <a:lnTo>
                    <a:pt x="458343" y="49784"/>
                  </a:lnTo>
                  <a:lnTo>
                    <a:pt x="456311" y="46101"/>
                  </a:lnTo>
                  <a:close/>
                </a:path>
                <a:path w="647065" h="157479">
                  <a:moveTo>
                    <a:pt x="490855" y="35814"/>
                  </a:moveTo>
                  <a:lnTo>
                    <a:pt x="476758" y="35814"/>
                  </a:lnTo>
                  <a:lnTo>
                    <a:pt x="476758" y="125984"/>
                  </a:lnTo>
                  <a:lnTo>
                    <a:pt x="490855" y="125984"/>
                  </a:lnTo>
                  <a:lnTo>
                    <a:pt x="490855" y="35814"/>
                  </a:lnTo>
                  <a:close/>
                </a:path>
                <a:path w="647065" h="157479">
                  <a:moveTo>
                    <a:pt x="491109" y="2032"/>
                  </a:moveTo>
                  <a:lnTo>
                    <a:pt x="476504" y="2032"/>
                  </a:lnTo>
                  <a:lnTo>
                    <a:pt x="476504" y="18288"/>
                  </a:lnTo>
                  <a:lnTo>
                    <a:pt x="491109" y="18288"/>
                  </a:lnTo>
                  <a:lnTo>
                    <a:pt x="491109" y="2032"/>
                  </a:lnTo>
                  <a:close/>
                </a:path>
                <a:path w="647065" h="157479">
                  <a:moveTo>
                    <a:pt x="526542" y="48260"/>
                  </a:moveTo>
                  <a:lnTo>
                    <a:pt x="512572" y="48260"/>
                  </a:lnTo>
                  <a:lnTo>
                    <a:pt x="512572" y="110363"/>
                  </a:lnTo>
                  <a:lnTo>
                    <a:pt x="512850" y="112776"/>
                  </a:lnTo>
                  <a:lnTo>
                    <a:pt x="512953" y="113665"/>
                  </a:lnTo>
                  <a:lnTo>
                    <a:pt x="524510" y="127635"/>
                  </a:lnTo>
                  <a:lnTo>
                    <a:pt x="530352" y="127635"/>
                  </a:lnTo>
                  <a:lnTo>
                    <a:pt x="538734" y="125222"/>
                  </a:lnTo>
                  <a:lnTo>
                    <a:pt x="538734" y="115443"/>
                  </a:lnTo>
                  <a:lnTo>
                    <a:pt x="529209" y="115443"/>
                  </a:lnTo>
                  <a:lnTo>
                    <a:pt x="526542" y="112776"/>
                  </a:lnTo>
                  <a:lnTo>
                    <a:pt x="526542" y="48260"/>
                  </a:lnTo>
                  <a:close/>
                </a:path>
                <a:path w="647065" h="157479">
                  <a:moveTo>
                    <a:pt x="538734" y="35814"/>
                  </a:moveTo>
                  <a:lnTo>
                    <a:pt x="504825" y="35814"/>
                  </a:lnTo>
                  <a:lnTo>
                    <a:pt x="504825" y="48260"/>
                  </a:lnTo>
                  <a:lnTo>
                    <a:pt x="538734" y="48260"/>
                  </a:lnTo>
                  <a:lnTo>
                    <a:pt x="538734" y="35814"/>
                  </a:lnTo>
                  <a:close/>
                </a:path>
                <a:path w="647065" h="157479">
                  <a:moveTo>
                    <a:pt x="526542" y="10795"/>
                  </a:moveTo>
                  <a:lnTo>
                    <a:pt x="515620" y="10795"/>
                  </a:lnTo>
                  <a:lnTo>
                    <a:pt x="512572" y="35814"/>
                  </a:lnTo>
                  <a:lnTo>
                    <a:pt x="526542" y="35814"/>
                  </a:lnTo>
                  <a:lnTo>
                    <a:pt x="526542" y="10795"/>
                  </a:lnTo>
                  <a:close/>
                </a:path>
                <a:path w="647065" h="157479">
                  <a:moveTo>
                    <a:pt x="557657" y="35814"/>
                  </a:moveTo>
                  <a:lnTo>
                    <a:pt x="542163" y="35814"/>
                  </a:lnTo>
                  <a:lnTo>
                    <a:pt x="569849" y="125984"/>
                  </a:lnTo>
                  <a:lnTo>
                    <a:pt x="568198" y="133604"/>
                  </a:lnTo>
                  <a:lnTo>
                    <a:pt x="565785" y="138938"/>
                  </a:lnTo>
                  <a:lnTo>
                    <a:pt x="562483" y="141732"/>
                  </a:lnTo>
                  <a:lnTo>
                    <a:pt x="559308" y="144526"/>
                  </a:lnTo>
                  <a:lnTo>
                    <a:pt x="555752" y="146050"/>
                  </a:lnTo>
                  <a:lnTo>
                    <a:pt x="546989" y="146050"/>
                  </a:lnTo>
                  <a:lnTo>
                    <a:pt x="546989" y="155829"/>
                  </a:lnTo>
                  <a:lnTo>
                    <a:pt x="550037" y="156591"/>
                  </a:lnTo>
                  <a:lnTo>
                    <a:pt x="554164" y="157226"/>
                  </a:lnTo>
                  <a:lnTo>
                    <a:pt x="562356" y="157226"/>
                  </a:lnTo>
                  <a:lnTo>
                    <a:pt x="586232" y="121285"/>
                  </a:lnTo>
                  <a:lnTo>
                    <a:pt x="590399" y="105791"/>
                  </a:lnTo>
                  <a:lnTo>
                    <a:pt x="577596" y="105791"/>
                  </a:lnTo>
                  <a:lnTo>
                    <a:pt x="576834" y="102997"/>
                  </a:lnTo>
                  <a:lnTo>
                    <a:pt x="576453" y="101727"/>
                  </a:lnTo>
                  <a:lnTo>
                    <a:pt x="576072" y="100330"/>
                  </a:lnTo>
                  <a:lnTo>
                    <a:pt x="575564" y="99060"/>
                  </a:lnTo>
                  <a:lnTo>
                    <a:pt x="574802" y="96266"/>
                  </a:lnTo>
                  <a:lnTo>
                    <a:pt x="574421" y="94996"/>
                  </a:lnTo>
                  <a:lnTo>
                    <a:pt x="574040" y="93599"/>
                  </a:lnTo>
                  <a:lnTo>
                    <a:pt x="573659" y="92329"/>
                  </a:lnTo>
                  <a:lnTo>
                    <a:pt x="573278" y="90932"/>
                  </a:lnTo>
                  <a:lnTo>
                    <a:pt x="572897" y="89662"/>
                  </a:lnTo>
                  <a:lnTo>
                    <a:pt x="557657" y="35814"/>
                  </a:lnTo>
                  <a:close/>
                </a:path>
                <a:path w="647065" h="157479">
                  <a:moveTo>
                    <a:pt x="609219" y="35814"/>
                  </a:moveTo>
                  <a:lnTo>
                    <a:pt x="594995" y="35814"/>
                  </a:lnTo>
                  <a:lnTo>
                    <a:pt x="582168" y="89281"/>
                  </a:lnTo>
                  <a:lnTo>
                    <a:pt x="581787" y="90678"/>
                  </a:lnTo>
                  <a:lnTo>
                    <a:pt x="581533" y="91948"/>
                  </a:lnTo>
                  <a:lnTo>
                    <a:pt x="580771" y="94742"/>
                  </a:lnTo>
                  <a:lnTo>
                    <a:pt x="580482" y="96266"/>
                  </a:lnTo>
                  <a:lnTo>
                    <a:pt x="580136" y="97536"/>
                  </a:lnTo>
                  <a:lnTo>
                    <a:pt x="579593" y="100330"/>
                  </a:lnTo>
                  <a:lnTo>
                    <a:pt x="578866" y="102997"/>
                  </a:lnTo>
                  <a:lnTo>
                    <a:pt x="578612" y="104394"/>
                  </a:lnTo>
                  <a:lnTo>
                    <a:pt x="578231" y="105791"/>
                  </a:lnTo>
                  <a:lnTo>
                    <a:pt x="590399" y="105791"/>
                  </a:lnTo>
                  <a:lnTo>
                    <a:pt x="609219" y="35814"/>
                  </a:lnTo>
                  <a:close/>
                </a:path>
                <a:path w="647065" h="157479">
                  <a:moveTo>
                    <a:pt x="618998" y="0"/>
                  </a:moveTo>
                  <a:lnTo>
                    <a:pt x="609727" y="0"/>
                  </a:lnTo>
                  <a:lnTo>
                    <a:pt x="612892" y="5306"/>
                  </a:lnTo>
                  <a:lnTo>
                    <a:pt x="615902" y="10922"/>
                  </a:lnTo>
                  <a:lnTo>
                    <a:pt x="629539" y="49276"/>
                  </a:lnTo>
                  <a:lnTo>
                    <a:pt x="632587" y="76200"/>
                  </a:lnTo>
                  <a:lnTo>
                    <a:pt x="632396" y="82911"/>
                  </a:lnTo>
                  <a:lnTo>
                    <a:pt x="623841" y="123362"/>
                  </a:lnTo>
                  <a:lnTo>
                    <a:pt x="609727" y="152908"/>
                  </a:lnTo>
                  <a:lnTo>
                    <a:pt x="618998" y="152908"/>
                  </a:lnTo>
                  <a:lnTo>
                    <a:pt x="639826" y="117348"/>
                  </a:lnTo>
                  <a:lnTo>
                    <a:pt x="647065" y="76581"/>
                  </a:lnTo>
                  <a:lnTo>
                    <a:pt x="646612" y="66099"/>
                  </a:lnTo>
                  <a:lnTo>
                    <a:pt x="645288" y="56036"/>
                  </a:lnTo>
                  <a:lnTo>
                    <a:pt x="645255" y="55784"/>
                  </a:lnTo>
                  <a:lnTo>
                    <a:pt x="631031" y="16823"/>
                  </a:lnTo>
                  <a:lnTo>
                    <a:pt x="625377" y="8092"/>
                  </a:lnTo>
                  <a:lnTo>
                    <a:pt x="6189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2026-06-17T05:14:18Z</dcterms:created>
  <dcterms:modified xsi:type="dcterms:W3CDTF">2026-06-17T05:14:18Z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2026-06-17T00:00:00Z</vt:filetime>
  </property>
  <property fmtid="{D5CDD505-2E9C-101B-9397-08002B2CF9AE}" pid="4" name="CreationClient">
    <vt:lpwstr>hz-json-import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2026-06-17T00:00:00Z</vt:filetime>
  </property>
  <property fmtid="{D5CDD505-2E9C-101B-9397-08002B2CF9AE}" pid="7" name="Producer">
    <vt:lpwstr>Adobe Express</vt:lpwstr>
  </property>
</Properties>
</file>