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Default Extension="png" ContentType="image/png"/>
  <Override PartName="/ppt/slides/slide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1" Type="http://schemas.openxmlformats.org/officeDocument/2006/relationships/image" Target="../media/image5.png"/><Relationship Id="rId12" Type="http://schemas.openxmlformats.org/officeDocument/2006/relationships/image" Target="../media/image6.png"/><Relationship Id="rId13" Type="http://schemas.openxmlformats.org/officeDocument/2006/relationships/image" Target="../media/image7.png"/><Relationship Id="rId14" Type="http://schemas.openxmlformats.org/officeDocument/2006/relationships/image" Target="../media/image8.png"/><Relationship Id="rId15" Type="http://schemas.openxmlformats.org/officeDocument/2006/relationships/image" Target="../media/image9.png"/><Relationship Id="rId16" Type="http://schemas.openxmlformats.org/officeDocument/2006/relationships/image" Target="../media/image10.png"/><Relationship Id="rId17" Type="http://schemas.openxmlformats.org/officeDocument/2006/relationships/image" Target="../media/image11.png"/><Relationship Id="rId18" Type="http://schemas.openxmlformats.org/officeDocument/2006/relationships/image" Target="../media/image12.png"/><Relationship Id="rId19" Type="http://schemas.openxmlformats.org/officeDocument/2006/relationships/image" Target="../media/image13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8278284" cy="10287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92074" y="171450"/>
            <a:ext cx="1613154" cy="1624761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3925562" y="171450"/>
            <a:ext cx="4094289" cy="1558670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2452154" y="2899448"/>
            <a:ext cx="12733020" cy="5511800"/>
          </a:xfrm>
          <a:custGeom>
            <a:avLst/>
            <a:gdLst/>
            <a:ahLst/>
            <a:cxnLst/>
            <a:rect l="l" t="t" r="r" b="b"/>
            <a:pathLst>
              <a:path w="12733019" h="5511800">
                <a:moveTo>
                  <a:pt x="0" y="5511596"/>
                </a:moveTo>
                <a:lnTo>
                  <a:pt x="12732740" y="5511596"/>
                </a:lnTo>
                <a:lnTo>
                  <a:pt x="12732740" y="0"/>
                </a:lnTo>
                <a:lnTo>
                  <a:pt x="0" y="0"/>
                </a:lnTo>
                <a:lnTo>
                  <a:pt x="0" y="5511596"/>
                </a:lnTo>
                <a:close/>
              </a:path>
            </a:pathLst>
          </a:custGeom>
          <a:solidFill>
            <a:srgbClr val="EBF0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2544621" y="3116104"/>
            <a:ext cx="2379980" cy="5173345"/>
          </a:xfrm>
          <a:custGeom>
            <a:avLst/>
            <a:gdLst/>
            <a:ahLst/>
            <a:cxnLst/>
            <a:rect l="l" t="t" r="r" b="b"/>
            <a:pathLst>
              <a:path w="2379979" h="5173345">
                <a:moveTo>
                  <a:pt x="2191042" y="76"/>
                </a:moveTo>
                <a:lnTo>
                  <a:pt x="195300" y="0"/>
                </a:lnTo>
                <a:lnTo>
                  <a:pt x="150926" y="5080"/>
                </a:lnTo>
                <a:lnTo>
                  <a:pt x="114655" y="17386"/>
                </a:lnTo>
                <a:lnTo>
                  <a:pt x="76339" y="40347"/>
                </a:lnTo>
                <a:lnTo>
                  <a:pt x="48386" y="66535"/>
                </a:lnTo>
                <a:lnTo>
                  <a:pt x="20040" y="108953"/>
                </a:lnTo>
                <a:lnTo>
                  <a:pt x="4292" y="154127"/>
                </a:lnTo>
                <a:lnTo>
                  <a:pt x="0" y="188988"/>
                </a:lnTo>
                <a:lnTo>
                  <a:pt x="0" y="4983975"/>
                </a:lnTo>
                <a:lnTo>
                  <a:pt x="6553" y="5028158"/>
                </a:lnTo>
                <a:lnTo>
                  <a:pt x="24498" y="5072507"/>
                </a:lnTo>
                <a:lnTo>
                  <a:pt x="54889" y="5113477"/>
                </a:lnTo>
                <a:lnTo>
                  <a:pt x="84099" y="5138254"/>
                </a:lnTo>
                <a:lnTo>
                  <a:pt x="123482" y="5159311"/>
                </a:lnTo>
                <a:lnTo>
                  <a:pt x="172973" y="5171706"/>
                </a:lnTo>
                <a:lnTo>
                  <a:pt x="2184654" y="5172964"/>
                </a:lnTo>
                <a:lnTo>
                  <a:pt x="2197430" y="5172570"/>
                </a:lnTo>
                <a:lnTo>
                  <a:pt x="2247468" y="5162613"/>
                </a:lnTo>
                <a:lnTo>
                  <a:pt x="2290546" y="5141810"/>
                </a:lnTo>
                <a:lnTo>
                  <a:pt x="2320544" y="5117998"/>
                </a:lnTo>
                <a:lnTo>
                  <a:pt x="2348890" y="5083467"/>
                </a:lnTo>
                <a:lnTo>
                  <a:pt x="2370696" y="5037353"/>
                </a:lnTo>
                <a:lnTo>
                  <a:pt x="2378786" y="4999913"/>
                </a:lnTo>
                <a:lnTo>
                  <a:pt x="2379954" y="4983975"/>
                </a:lnTo>
                <a:lnTo>
                  <a:pt x="2379954" y="188988"/>
                </a:lnTo>
                <a:lnTo>
                  <a:pt x="2374950" y="151015"/>
                </a:lnTo>
                <a:lnTo>
                  <a:pt x="2358466" y="106095"/>
                </a:lnTo>
                <a:lnTo>
                  <a:pt x="2337714" y="73901"/>
                </a:lnTo>
                <a:lnTo>
                  <a:pt x="2303614" y="40347"/>
                </a:lnTo>
                <a:lnTo>
                  <a:pt x="2262378" y="16090"/>
                </a:lnTo>
                <a:lnTo>
                  <a:pt x="2219629" y="3124"/>
                </a:lnTo>
                <a:lnTo>
                  <a:pt x="2191042" y="7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1" name="bg object 2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697810" y="3372599"/>
            <a:ext cx="2038845" cy="2038845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846717" y="3522725"/>
            <a:ext cx="1789493" cy="1888718"/>
          </a:xfrm>
          <a:prstGeom prst="rect">
            <a:avLst/>
          </a:prstGeom>
        </p:spPr>
      </p:pic>
      <p:sp>
        <p:nvSpPr>
          <p:cNvPr id="23" name="bg object 23"/>
          <p:cNvSpPr/>
          <p:nvPr/>
        </p:nvSpPr>
        <p:spPr>
          <a:xfrm>
            <a:off x="3237765" y="5622228"/>
            <a:ext cx="1055370" cy="0"/>
          </a:xfrm>
          <a:custGeom>
            <a:avLst/>
            <a:gdLst/>
            <a:ahLst/>
            <a:cxnLst/>
            <a:rect l="l" t="t" r="r" b="b"/>
            <a:pathLst>
              <a:path w="1055370" h="0">
                <a:moveTo>
                  <a:pt x="0" y="0"/>
                </a:moveTo>
                <a:lnTo>
                  <a:pt x="1054747" y="0"/>
                </a:lnTo>
              </a:path>
            </a:pathLst>
          </a:custGeom>
          <a:ln w="4884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2718418" y="6665028"/>
            <a:ext cx="2093595" cy="0"/>
          </a:xfrm>
          <a:custGeom>
            <a:avLst/>
            <a:gdLst/>
            <a:ahLst/>
            <a:cxnLst/>
            <a:rect l="l" t="t" r="r" b="b"/>
            <a:pathLst>
              <a:path w="2093595" h="0">
                <a:moveTo>
                  <a:pt x="0" y="0"/>
                </a:moveTo>
                <a:lnTo>
                  <a:pt x="2093442" y="0"/>
                </a:lnTo>
              </a:path>
            </a:pathLst>
          </a:custGeom>
          <a:ln w="19532">
            <a:solidFill>
              <a:srgbClr val="E0E0E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25" name="bg object 2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683388" y="6772571"/>
            <a:ext cx="519175" cy="519175"/>
          </a:xfrm>
          <a:prstGeom prst="rect">
            <a:avLst/>
          </a:prstGeom>
        </p:spPr>
      </p:pic>
      <p:sp>
        <p:nvSpPr>
          <p:cNvPr id="26" name="bg object 26"/>
          <p:cNvSpPr/>
          <p:nvPr/>
        </p:nvSpPr>
        <p:spPr>
          <a:xfrm>
            <a:off x="10157434" y="3116104"/>
            <a:ext cx="2379980" cy="5215890"/>
          </a:xfrm>
          <a:custGeom>
            <a:avLst/>
            <a:gdLst/>
            <a:ahLst/>
            <a:cxnLst/>
            <a:rect l="l" t="t" r="r" b="b"/>
            <a:pathLst>
              <a:path w="2379979" h="5215890">
                <a:moveTo>
                  <a:pt x="2191054" y="76"/>
                </a:moveTo>
                <a:lnTo>
                  <a:pt x="195300" y="0"/>
                </a:lnTo>
                <a:lnTo>
                  <a:pt x="150926" y="5080"/>
                </a:lnTo>
                <a:lnTo>
                  <a:pt x="114655" y="17386"/>
                </a:lnTo>
                <a:lnTo>
                  <a:pt x="76339" y="40347"/>
                </a:lnTo>
                <a:lnTo>
                  <a:pt x="48387" y="66535"/>
                </a:lnTo>
                <a:lnTo>
                  <a:pt x="20040" y="108953"/>
                </a:lnTo>
                <a:lnTo>
                  <a:pt x="4292" y="154127"/>
                </a:lnTo>
                <a:lnTo>
                  <a:pt x="0" y="188988"/>
                </a:lnTo>
                <a:lnTo>
                  <a:pt x="0" y="5026507"/>
                </a:lnTo>
                <a:lnTo>
                  <a:pt x="5003" y="5064493"/>
                </a:lnTo>
                <a:lnTo>
                  <a:pt x="21488" y="5109400"/>
                </a:lnTo>
                <a:lnTo>
                  <a:pt x="42240" y="5141595"/>
                </a:lnTo>
                <a:lnTo>
                  <a:pt x="76339" y="5175148"/>
                </a:lnTo>
                <a:lnTo>
                  <a:pt x="117576" y="5199405"/>
                </a:lnTo>
                <a:lnTo>
                  <a:pt x="154051" y="5211127"/>
                </a:lnTo>
                <a:lnTo>
                  <a:pt x="188912" y="5215420"/>
                </a:lnTo>
                <a:lnTo>
                  <a:pt x="2191054" y="5215420"/>
                </a:lnTo>
                <a:lnTo>
                  <a:pt x="2229027" y="5210429"/>
                </a:lnTo>
                <a:lnTo>
                  <a:pt x="2273935" y="5193931"/>
                </a:lnTo>
                <a:lnTo>
                  <a:pt x="2313495" y="5167033"/>
                </a:lnTo>
                <a:lnTo>
                  <a:pt x="2348890" y="5126012"/>
                </a:lnTo>
                <a:lnTo>
                  <a:pt x="2370696" y="5079898"/>
                </a:lnTo>
                <a:lnTo>
                  <a:pt x="2378786" y="5042446"/>
                </a:lnTo>
                <a:lnTo>
                  <a:pt x="2379954" y="5026507"/>
                </a:lnTo>
                <a:lnTo>
                  <a:pt x="2379954" y="188988"/>
                </a:lnTo>
                <a:lnTo>
                  <a:pt x="2374950" y="151015"/>
                </a:lnTo>
                <a:lnTo>
                  <a:pt x="2358466" y="106095"/>
                </a:lnTo>
                <a:lnTo>
                  <a:pt x="2337714" y="73901"/>
                </a:lnTo>
                <a:lnTo>
                  <a:pt x="2303614" y="40347"/>
                </a:lnTo>
                <a:lnTo>
                  <a:pt x="2262378" y="16090"/>
                </a:lnTo>
                <a:lnTo>
                  <a:pt x="2219629" y="3124"/>
                </a:lnTo>
                <a:lnTo>
                  <a:pt x="2191054" y="7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10844193" y="5617676"/>
            <a:ext cx="1055370" cy="0"/>
          </a:xfrm>
          <a:custGeom>
            <a:avLst/>
            <a:gdLst/>
            <a:ahLst/>
            <a:cxnLst/>
            <a:rect l="l" t="t" r="r" b="b"/>
            <a:pathLst>
              <a:path w="1055370" h="0">
                <a:moveTo>
                  <a:pt x="0" y="0"/>
                </a:moveTo>
                <a:lnTo>
                  <a:pt x="1054747" y="0"/>
                </a:lnTo>
              </a:path>
            </a:pathLst>
          </a:custGeom>
          <a:ln w="4884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bg object 28"/>
          <p:cNvSpPr/>
          <p:nvPr/>
        </p:nvSpPr>
        <p:spPr>
          <a:xfrm>
            <a:off x="10356537" y="6667218"/>
            <a:ext cx="2093595" cy="0"/>
          </a:xfrm>
          <a:custGeom>
            <a:avLst/>
            <a:gdLst/>
            <a:ahLst/>
            <a:cxnLst/>
            <a:rect l="l" t="t" r="r" b="b"/>
            <a:pathLst>
              <a:path w="2093595" h="0">
                <a:moveTo>
                  <a:pt x="0" y="0"/>
                </a:moveTo>
                <a:lnTo>
                  <a:pt x="2093442" y="0"/>
                </a:lnTo>
              </a:path>
            </a:pathLst>
          </a:custGeom>
          <a:ln w="19532">
            <a:solidFill>
              <a:srgbClr val="E0E0E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29" name="bg object 2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0328757" y="3367646"/>
            <a:ext cx="2037321" cy="2037321"/>
          </a:xfrm>
          <a:prstGeom prst="rect">
            <a:avLst/>
          </a:prstGeom>
        </p:spPr>
      </p:pic>
      <p:pic>
        <p:nvPicPr>
          <p:cNvPr id="30" name="bg object 30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0446740" y="3472434"/>
            <a:ext cx="1797824" cy="1943950"/>
          </a:xfrm>
          <a:prstGeom prst="rect">
            <a:avLst/>
          </a:prstGeom>
        </p:spPr>
      </p:pic>
      <p:pic>
        <p:nvPicPr>
          <p:cNvPr id="31" name="bg object 31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0356541" y="6769561"/>
            <a:ext cx="519175" cy="519175"/>
          </a:xfrm>
          <a:prstGeom prst="rect">
            <a:avLst/>
          </a:prstGeom>
        </p:spPr>
      </p:pic>
      <p:sp>
        <p:nvSpPr>
          <p:cNvPr id="32" name="bg object 32"/>
          <p:cNvSpPr/>
          <p:nvPr/>
        </p:nvSpPr>
        <p:spPr>
          <a:xfrm>
            <a:off x="5094575" y="3116104"/>
            <a:ext cx="2379980" cy="5197475"/>
          </a:xfrm>
          <a:custGeom>
            <a:avLst/>
            <a:gdLst/>
            <a:ahLst/>
            <a:cxnLst/>
            <a:rect l="l" t="t" r="r" b="b"/>
            <a:pathLst>
              <a:path w="2379979" h="5197475">
                <a:moveTo>
                  <a:pt x="2191042" y="76"/>
                </a:moveTo>
                <a:lnTo>
                  <a:pt x="195300" y="0"/>
                </a:lnTo>
                <a:lnTo>
                  <a:pt x="150926" y="5080"/>
                </a:lnTo>
                <a:lnTo>
                  <a:pt x="114655" y="17386"/>
                </a:lnTo>
                <a:lnTo>
                  <a:pt x="73825" y="42316"/>
                </a:lnTo>
                <a:lnTo>
                  <a:pt x="46291" y="68961"/>
                </a:lnTo>
                <a:lnTo>
                  <a:pt x="20040" y="108953"/>
                </a:lnTo>
                <a:lnTo>
                  <a:pt x="4292" y="154127"/>
                </a:lnTo>
                <a:lnTo>
                  <a:pt x="0" y="188988"/>
                </a:lnTo>
                <a:lnTo>
                  <a:pt x="0" y="5008067"/>
                </a:lnTo>
                <a:lnTo>
                  <a:pt x="7404" y="5055336"/>
                </a:lnTo>
                <a:lnTo>
                  <a:pt x="26073" y="5099380"/>
                </a:lnTo>
                <a:lnTo>
                  <a:pt x="52679" y="5135257"/>
                </a:lnTo>
                <a:lnTo>
                  <a:pt x="84099" y="5162346"/>
                </a:lnTo>
                <a:lnTo>
                  <a:pt x="117576" y="5180965"/>
                </a:lnTo>
                <a:lnTo>
                  <a:pt x="154050" y="5192687"/>
                </a:lnTo>
                <a:lnTo>
                  <a:pt x="2184654" y="5197055"/>
                </a:lnTo>
                <a:lnTo>
                  <a:pt x="2197430" y="5196674"/>
                </a:lnTo>
                <a:lnTo>
                  <a:pt x="2238311" y="5189575"/>
                </a:lnTo>
                <a:lnTo>
                  <a:pt x="2282355" y="5170906"/>
                </a:lnTo>
                <a:lnTo>
                  <a:pt x="2313495" y="5148592"/>
                </a:lnTo>
                <a:lnTo>
                  <a:pt x="2348890" y="5107571"/>
                </a:lnTo>
                <a:lnTo>
                  <a:pt x="2370696" y="5061458"/>
                </a:lnTo>
                <a:lnTo>
                  <a:pt x="2378786" y="5024005"/>
                </a:lnTo>
                <a:lnTo>
                  <a:pt x="2379954" y="5008067"/>
                </a:lnTo>
                <a:lnTo>
                  <a:pt x="2379954" y="188988"/>
                </a:lnTo>
                <a:lnTo>
                  <a:pt x="2374950" y="151015"/>
                </a:lnTo>
                <a:lnTo>
                  <a:pt x="2358466" y="106095"/>
                </a:lnTo>
                <a:lnTo>
                  <a:pt x="2337714" y="73901"/>
                </a:lnTo>
                <a:lnTo>
                  <a:pt x="2303614" y="40347"/>
                </a:lnTo>
                <a:lnTo>
                  <a:pt x="2262378" y="16090"/>
                </a:lnTo>
                <a:lnTo>
                  <a:pt x="2219629" y="3124"/>
                </a:lnTo>
                <a:lnTo>
                  <a:pt x="2191042" y="7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bg object 33"/>
          <p:cNvSpPr/>
          <p:nvPr/>
        </p:nvSpPr>
        <p:spPr>
          <a:xfrm>
            <a:off x="5757176" y="5617676"/>
            <a:ext cx="1055370" cy="0"/>
          </a:xfrm>
          <a:custGeom>
            <a:avLst/>
            <a:gdLst/>
            <a:ahLst/>
            <a:cxnLst/>
            <a:rect l="l" t="t" r="r" b="b"/>
            <a:pathLst>
              <a:path w="1055370" h="0">
                <a:moveTo>
                  <a:pt x="0" y="0"/>
                </a:moveTo>
                <a:lnTo>
                  <a:pt x="1054747" y="0"/>
                </a:lnTo>
              </a:path>
            </a:pathLst>
          </a:custGeom>
          <a:ln w="4884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bg object 34"/>
          <p:cNvSpPr/>
          <p:nvPr/>
        </p:nvSpPr>
        <p:spPr>
          <a:xfrm>
            <a:off x="5250508" y="6672296"/>
            <a:ext cx="2093595" cy="0"/>
          </a:xfrm>
          <a:custGeom>
            <a:avLst/>
            <a:gdLst/>
            <a:ahLst/>
            <a:cxnLst/>
            <a:rect l="l" t="t" r="r" b="b"/>
            <a:pathLst>
              <a:path w="2093595" h="0">
                <a:moveTo>
                  <a:pt x="0" y="0"/>
                </a:moveTo>
                <a:lnTo>
                  <a:pt x="2093442" y="0"/>
                </a:lnTo>
              </a:path>
            </a:pathLst>
          </a:custGeom>
          <a:ln w="19532">
            <a:solidFill>
              <a:srgbClr val="E0E0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bg object 35"/>
          <p:cNvSpPr/>
          <p:nvPr/>
        </p:nvSpPr>
        <p:spPr>
          <a:xfrm>
            <a:off x="5221904" y="6750961"/>
            <a:ext cx="519430" cy="519430"/>
          </a:xfrm>
          <a:custGeom>
            <a:avLst/>
            <a:gdLst/>
            <a:ahLst/>
            <a:cxnLst/>
            <a:rect l="l" t="t" r="r" b="b"/>
            <a:pathLst>
              <a:path w="519429" h="519429">
                <a:moveTo>
                  <a:pt x="259587" y="0"/>
                </a:moveTo>
                <a:lnTo>
                  <a:pt x="212925" y="4182"/>
                </a:lnTo>
                <a:lnTo>
                  <a:pt x="169007" y="16241"/>
                </a:lnTo>
                <a:lnTo>
                  <a:pt x="128567" y="35443"/>
                </a:lnTo>
                <a:lnTo>
                  <a:pt x="92337" y="61054"/>
                </a:lnTo>
                <a:lnTo>
                  <a:pt x="61050" y="92342"/>
                </a:lnTo>
                <a:lnTo>
                  <a:pt x="35440" y="128572"/>
                </a:lnTo>
                <a:lnTo>
                  <a:pt x="16240" y="169012"/>
                </a:lnTo>
                <a:lnTo>
                  <a:pt x="4182" y="212929"/>
                </a:lnTo>
                <a:lnTo>
                  <a:pt x="0" y="259588"/>
                </a:lnTo>
                <a:lnTo>
                  <a:pt x="4182" y="306250"/>
                </a:lnTo>
                <a:lnTo>
                  <a:pt x="16240" y="350168"/>
                </a:lnTo>
                <a:lnTo>
                  <a:pt x="35440" y="390608"/>
                </a:lnTo>
                <a:lnTo>
                  <a:pt x="61050" y="426838"/>
                </a:lnTo>
                <a:lnTo>
                  <a:pt x="92337" y="458125"/>
                </a:lnTo>
                <a:lnTo>
                  <a:pt x="128567" y="483735"/>
                </a:lnTo>
                <a:lnTo>
                  <a:pt x="169007" y="502935"/>
                </a:lnTo>
                <a:lnTo>
                  <a:pt x="212925" y="514993"/>
                </a:lnTo>
                <a:lnTo>
                  <a:pt x="259587" y="519176"/>
                </a:lnTo>
                <a:lnTo>
                  <a:pt x="306250" y="514993"/>
                </a:lnTo>
                <a:lnTo>
                  <a:pt x="350168" y="502935"/>
                </a:lnTo>
                <a:lnTo>
                  <a:pt x="390608" y="483735"/>
                </a:lnTo>
                <a:lnTo>
                  <a:pt x="426838" y="458125"/>
                </a:lnTo>
                <a:lnTo>
                  <a:pt x="458125" y="426838"/>
                </a:lnTo>
                <a:lnTo>
                  <a:pt x="483735" y="390608"/>
                </a:lnTo>
                <a:lnTo>
                  <a:pt x="502935" y="350168"/>
                </a:lnTo>
                <a:lnTo>
                  <a:pt x="514993" y="306250"/>
                </a:lnTo>
                <a:lnTo>
                  <a:pt x="519175" y="259588"/>
                </a:lnTo>
                <a:lnTo>
                  <a:pt x="514993" y="212929"/>
                </a:lnTo>
                <a:lnTo>
                  <a:pt x="502935" y="169012"/>
                </a:lnTo>
                <a:lnTo>
                  <a:pt x="483735" y="128572"/>
                </a:lnTo>
                <a:lnTo>
                  <a:pt x="458125" y="92342"/>
                </a:lnTo>
                <a:lnTo>
                  <a:pt x="426838" y="61054"/>
                </a:lnTo>
                <a:lnTo>
                  <a:pt x="390608" y="35443"/>
                </a:lnTo>
                <a:lnTo>
                  <a:pt x="350168" y="16241"/>
                </a:lnTo>
                <a:lnTo>
                  <a:pt x="306250" y="4182"/>
                </a:lnTo>
                <a:lnTo>
                  <a:pt x="259587" y="0"/>
                </a:lnTo>
                <a:close/>
              </a:path>
            </a:pathLst>
          </a:custGeom>
          <a:solidFill>
            <a:srgbClr val="1250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bg object 36"/>
          <p:cNvSpPr/>
          <p:nvPr/>
        </p:nvSpPr>
        <p:spPr>
          <a:xfrm>
            <a:off x="5320157" y="6825347"/>
            <a:ext cx="323215" cy="323215"/>
          </a:xfrm>
          <a:custGeom>
            <a:avLst/>
            <a:gdLst/>
            <a:ahLst/>
            <a:cxnLst/>
            <a:rect l="l" t="t" r="r" b="b"/>
            <a:pathLst>
              <a:path w="323214" h="323215">
                <a:moveTo>
                  <a:pt x="57619" y="227291"/>
                </a:moveTo>
                <a:lnTo>
                  <a:pt x="55041" y="224713"/>
                </a:lnTo>
                <a:lnTo>
                  <a:pt x="25628" y="224713"/>
                </a:lnTo>
                <a:lnTo>
                  <a:pt x="23050" y="227291"/>
                </a:lnTo>
                <a:lnTo>
                  <a:pt x="23050" y="293865"/>
                </a:lnTo>
                <a:lnTo>
                  <a:pt x="57619" y="293865"/>
                </a:lnTo>
                <a:lnTo>
                  <a:pt x="57619" y="230479"/>
                </a:lnTo>
                <a:lnTo>
                  <a:pt x="57619" y="227291"/>
                </a:lnTo>
                <a:close/>
              </a:path>
              <a:path w="323214" h="323215">
                <a:moveTo>
                  <a:pt x="138277" y="192722"/>
                </a:moveTo>
                <a:lnTo>
                  <a:pt x="135699" y="190144"/>
                </a:lnTo>
                <a:lnTo>
                  <a:pt x="106286" y="190144"/>
                </a:lnTo>
                <a:lnTo>
                  <a:pt x="103708" y="192722"/>
                </a:lnTo>
                <a:lnTo>
                  <a:pt x="103708" y="293865"/>
                </a:lnTo>
                <a:lnTo>
                  <a:pt x="138277" y="293865"/>
                </a:lnTo>
                <a:lnTo>
                  <a:pt x="138277" y="195910"/>
                </a:lnTo>
                <a:lnTo>
                  <a:pt x="138277" y="192722"/>
                </a:lnTo>
                <a:close/>
              </a:path>
              <a:path w="323214" h="323215">
                <a:moveTo>
                  <a:pt x="218948" y="169672"/>
                </a:moveTo>
                <a:lnTo>
                  <a:pt x="216369" y="167093"/>
                </a:lnTo>
                <a:lnTo>
                  <a:pt x="186956" y="167093"/>
                </a:lnTo>
                <a:lnTo>
                  <a:pt x="184378" y="169672"/>
                </a:lnTo>
                <a:lnTo>
                  <a:pt x="184378" y="293852"/>
                </a:lnTo>
                <a:lnTo>
                  <a:pt x="218948" y="293852"/>
                </a:lnTo>
                <a:lnTo>
                  <a:pt x="218948" y="172859"/>
                </a:lnTo>
                <a:lnTo>
                  <a:pt x="218948" y="169672"/>
                </a:lnTo>
                <a:close/>
              </a:path>
              <a:path w="323214" h="323215">
                <a:moveTo>
                  <a:pt x="299618" y="129336"/>
                </a:moveTo>
                <a:lnTo>
                  <a:pt x="297040" y="126758"/>
                </a:lnTo>
                <a:lnTo>
                  <a:pt x="267627" y="126758"/>
                </a:lnTo>
                <a:lnTo>
                  <a:pt x="265049" y="129336"/>
                </a:lnTo>
                <a:lnTo>
                  <a:pt x="265049" y="293852"/>
                </a:lnTo>
                <a:lnTo>
                  <a:pt x="299618" y="293852"/>
                </a:lnTo>
                <a:lnTo>
                  <a:pt x="299618" y="132524"/>
                </a:lnTo>
                <a:lnTo>
                  <a:pt x="299618" y="129336"/>
                </a:lnTo>
                <a:close/>
              </a:path>
              <a:path w="323214" h="323215">
                <a:moveTo>
                  <a:pt x="316903" y="2578"/>
                </a:moveTo>
                <a:lnTo>
                  <a:pt x="314325" y="0"/>
                </a:lnTo>
                <a:lnTo>
                  <a:pt x="273380" y="0"/>
                </a:lnTo>
                <a:lnTo>
                  <a:pt x="270802" y="2578"/>
                </a:lnTo>
                <a:lnTo>
                  <a:pt x="270802" y="8940"/>
                </a:lnTo>
                <a:lnTo>
                  <a:pt x="273380" y="11531"/>
                </a:lnTo>
                <a:lnTo>
                  <a:pt x="285699" y="11518"/>
                </a:lnTo>
                <a:lnTo>
                  <a:pt x="287794" y="12928"/>
                </a:lnTo>
                <a:lnTo>
                  <a:pt x="289585" y="17246"/>
                </a:lnTo>
                <a:lnTo>
                  <a:pt x="289090" y="19723"/>
                </a:lnTo>
                <a:lnTo>
                  <a:pt x="203492" y="105257"/>
                </a:lnTo>
                <a:lnTo>
                  <a:pt x="199847" y="105257"/>
                </a:lnTo>
                <a:lnTo>
                  <a:pt x="176885" y="82397"/>
                </a:lnTo>
                <a:lnTo>
                  <a:pt x="174663" y="80175"/>
                </a:lnTo>
                <a:lnTo>
                  <a:pt x="171056" y="80149"/>
                </a:lnTo>
                <a:lnTo>
                  <a:pt x="122809" y="128308"/>
                </a:lnTo>
                <a:lnTo>
                  <a:pt x="119164" y="128308"/>
                </a:lnTo>
                <a:lnTo>
                  <a:pt x="89408" y="98590"/>
                </a:lnTo>
                <a:lnTo>
                  <a:pt x="87947" y="97967"/>
                </a:lnTo>
                <a:lnTo>
                  <a:pt x="84912" y="97955"/>
                </a:lnTo>
                <a:lnTo>
                  <a:pt x="83451" y="98564"/>
                </a:lnTo>
                <a:lnTo>
                  <a:pt x="6388" y="175602"/>
                </a:lnTo>
                <a:lnTo>
                  <a:pt x="5765" y="177063"/>
                </a:lnTo>
                <a:lnTo>
                  <a:pt x="5765" y="180111"/>
                </a:lnTo>
                <a:lnTo>
                  <a:pt x="6388" y="181559"/>
                </a:lnTo>
                <a:lnTo>
                  <a:pt x="9740" y="184861"/>
                </a:lnTo>
                <a:lnTo>
                  <a:pt x="13373" y="184861"/>
                </a:lnTo>
                <a:lnTo>
                  <a:pt x="84594" y="113703"/>
                </a:lnTo>
                <a:lnTo>
                  <a:pt x="88239" y="113703"/>
                </a:lnTo>
                <a:lnTo>
                  <a:pt x="119189" y="144551"/>
                </a:lnTo>
                <a:lnTo>
                  <a:pt x="122783" y="144564"/>
                </a:lnTo>
                <a:lnTo>
                  <a:pt x="171043" y="96405"/>
                </a:lnTo>
                <a:lnTo>
                  <a:pt x="174688" y="96405"/>
                </a:lnTo>
                <a:lnTo>
                  <a:pt x="199847" y="121500"/>
                </a:lnTo>
                <a:lnTo>
                  <a:pt x="203454" y="121513"/>
                </a:lnTo>
                <a:lnTo>
                  <a:pt x="297230" y="27825"/>
                </a:lnTo>
                <a:lnTo>
                  <a:pt x="299694" y="27355"/>
                </a:lnTo>
                <a:lnTo>
                  <a:pt x="303961" y="29133"/>
                </a:lnTo>
                <a:lnTo>
                  <a:pt x="305358" y="31216"/>
                </a:lnTo>
                <a:lnTo>
                  <a:pt x="305371" y="43522"/>
                </a:lnTo>
                <a:lnTo>
                  <a:pt x="307949" y="46101"/>
                </a:lnTo>
                <a:lnTo>
                  <a:pt x="314325" y="46101"/>
                </a:lnTo>
                <a:lnTo>
                  <a:pt x="316903" y="43522"/>
                </a:lnTo>
                <a:lnTo>
                  <a:pt x="316903" y="2578"/>
                </a:lnTo>
                <a:close/>
              </a:path>
              <a:path w="323214" h="323215">
                <a:moveTo>
                  <a:pt x="322668" y="305396"/>
                </a:moveTo>
                <a:lnTo>
                  <a:pt x="0" y="305396"/>
                </a:lnTo>
                <a:lnTo>
                  <a:pt x="0" y="322668"/>
                </a:lnTo>
                <a:lnTo>
                  <a:pt x="322668" y="322668"/>
                </a:lnTo>
                <a:lnTo>
                  <a:pt x="322668" y="30539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7" name="bg object 37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242039" y="3372599"/>
            <a:ext cx="2038845" cy="2038845"/>
          </a:xfrm>
          <a:prstGeom prst="rect">
            <a:avLst/>
          </a:prstGeom>
        </p:spPr>
      </p:pic>
      <p:pic>
        <p:nvPicPr>
          <p:cNvPr id="38" name="bg object 38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5383390" y="3438296"/>
            <a:ext cx="1799475" cy="1973148"/>
          </a:xfrm>
          <a:prstGeom prst="rect">
            <a:avLst/>
          </a:prstGeom>
        </p:spPr>
      </p:pic>
      <p:sp>
        <p:nvSpPr>
          <p:cNvPr id="39" name="bg object 39"/>
          <p:cNvSpPr/>
          <p:nvPr/>
        </p:nvSpPr>
        <p:spPr>
          <a:xfrm>
            <a:off x="7609899" y="3116104"/>
            <a:ext cx="2379980" cy="5215890"/>
          </a:xfrm>
          <a:custGeom>
            <a:avLst/>
            <a:gdLst/>
            <a:ahLst/>
            <a:cxnLst/>
            <a:rect l="l" t="t" r="r" b="b"/>
            <a:pathLst>
              <a:path w="2379979" h="5215890">
                <a:moveTo>
                  <a:pt x="2191042" y="76"/>
                </a:moveTo>
                <a:lnTo>
                  <a:pt x="195300" y="0"/>
                </a:lnTo>
                <a:lnTo>
                  <a:pt x="150926" y="5080"/>
                </a:lnTo>
                <a:lnTo>
                  <a:pt x="114655" y="17386"/>
                </a:lnTo>
                <a:lnTo>
                  <a:pt x="76339" y="40347"/>
                </a:lnTo>
                <a:lnTo>
                  <a:pt x="48387" y="66535"/>
                </a:lnTo>
                <a:lnTo>
                  <a:pt x="20040" y="108953"/>
                </a:lnTo>
                <a:lnTo>
                  <a:pt x="4292" y="154127"/>
                </a:lnTo>
                <a:lnTo>
                  <a:pt x="0" y="188988"/>
                </a:lnTo>
                <a:lnTo>
                  <a:pt x="0" y="5026507"/>
                </a:lnTo>
                <a:lnTo>
                  <a:pt x="5003" y="5064493"/>
                </a:lnTo>
                <a:lnTo>
                  <a:pt x="21488" y="5109400"/>
                </a:lnTo>
                <a:lnTo>
                  <a:pt x="42240" y="5141595"/>
                </a:lnTo>
                <a:lnTo>
                  <a:pt x="76339" y="5175148"/>
                </a:lnTo>
                <a:lnTo>
                  <a:pt x="117576" y="5199405"/>
                </a:lnTo>
                <a:lnTo>
                  <a:pt x="154051" y="5211127"/>
                </a:lnTo>
                <a:lnTo>
                  <a:pt x="188912" y="5215420"/>
                </a:lnTo>
                <a:lnTo>
                  <a:pt x="2191042" y="5215420"/>
                </a:lnTo>
                <a:lnTo>
                  <a:pt x="2229027" y="5210429"/>
                </a:lnTo>
                <a:lnTo>
                  <a:pt x="2273935" y="5193931"/>
                </a:lnTo>
                <a:lnTo>
                  <a:pt x="2313495" y="5167033"/>
                </a:lnTo>
                <a:lnTo>
                  <a:pt x="2348890" y="5126012"/>
                </a:lnTo>
                <a:lnTo>
                  <a:pt x="2370696" y="5079898"/>
                </a:lnTo>
                <a:lnTo>
                  <a:pt x="2378786" y="5042446"/>
                </a:lnTo>
                <a:lnTo>
                  <a:pt x="2379954" y="5026507"/>
                </a:lnTo>
                <a:lnTo>
                  <a:pt x="2379954" y="188988"/>
                </a:lnTo>
                <a:lnTo>
                  <a:pt x="2374950" y="151015"/>
                </a:lnTo>
                <a:lnTo>
                  <a:pt x="2358466" y="106095"/>
                </a:lnTo>
                <a:lnTo>
                  <a:pt x="2337714" y="73901"/>
                </a:lnTo>
                <a:lnTo>
                  <a:pt x="2303614" y="40347"/>
                </a:lnTo>
                <a:lnTo>
                  <a:pt x="2262378" y="16090"/>
                </a:lnTo>
                <a:lnTo>
                  <a:pt x="2219629" y="3124"/>
                </a:lnTo>
                <a:lnTo>
                  <a:pt x="2191042" y="7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bg object 40"/>
          <p:cNvSpPr/>
          <p:nvPr/>
        </p:nvSpPr>
        <p:spPr>
          <a:xfrm>
            <a:off x="7707627" y="6686756"/>
            <a:ext cx="2093595" cy="0"/>
          </a:xfrm>
          <a:custGeom>
            <a:avLst/>
            <a:gdLst/>
            <a:ahLst/>
            <a:cxnLst/>
            <a:rect l="l" t="t" r="r" b="b"/>
            <a:pathLst>
              <a:path w="2093595" h="0">
                <a:moveTo>
                  <a:pt x="0" y="0"/>
                </a:moveTo>
                <a:lnTo>
                  <a:pt x="2093442" y="0"/>
                </a:lnTo>
              </a:path>
            </a:pathLst>
          </a:custGeom>
          <a:ln w="19532">
            <a:solidFill>
              <a:srgbClr val="E0E0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bg object 41"/>
          <p:cNvSpPr/>
          <p:nvPr/>
        </p:nvSpPr>
        <p:spPr>
          <a:xfrm>
            <a:off x="7743483" y="6752705"/>
            <a:ext cx="519430" cy="519430"/>
          </a:xfrm>
          <a:custGeom>
            <a:avLst/>
            <a:gdLst/>
            <a:ahLst/>
            <a:cxnLst/>
            <a:rect l="l" t="t" r="r" b="b"/>
            <a:pathLst>
              <a:path w="519429" h="519429">
                <a:moveTo>
                  <a:pt x="259587" y="0"/>
                </a:moveTo>
                <a:lnTo>
                  <a:pt x="212925" y="4182"/>
                </a:lnTo>
                <a:lnTo>
                  <a:pt x="169007" y="16241"/>
                </a:lnTo>
                <a:lnTo>
                  <a:pt x="128567" y="35443"/>
                </a:lnTo>
                <a:lnTo>
                  <a:pt x="92337" y="61054"/>
                </a:lnTo>
                <a:lnTo>
                  <a:pt x="61050" y="92342"/>
                </a:lnTo>
                <a:lnTo>
                  <a:pt x="35440" y="128572"/>
                </a:lnTo>
                <a:lnTo>
                  <a:pt x="16240" y="169012"/>
                </a:lnTo>
                <a:lnTo>
                  <a:pt x="4182" y="212929"/>
                </a:lnTo>
                <a:lnTo>
                  <a:pt x="0" y="259587"/>
                </a:lnTo>
                <a:lnTo>
                  <a:pt x="4182" y="306250"/>
                </a:lnTo>
                <a:lnTo>
                  <a:pt x="16240" y="350168"/>
                </a:lnTo>
                <a:lnTo>
                  <a:pt x="35440" y="390608"/>
                </a:lnTo>
                <a:lnTo>
                  <a:pt x="61050" y="426838"/>
                </a:lnTo>
                <a:lnTo>
                  <a:pt x="92337" y="458125"/>
                </a:lnTo>
                <a:lnTo>
                  <a:pt x="128567" y="483735"/>
                </a:lnTo>
                <a:lnTo>
                  <a:pt x="169007" y="502935"/>
                </a:lnTo>
                <a:lnTo>
                  <a:pt x="212925" y="514993"/>
                </a:lnTo>
                <a:lnTo>
                  <a:pt x="259587" y="519175"/>
                </a:lnTo>
                <a:lnTo>
                  <a:pt x="306250" y="514993"/>
                </a:lnTo>
                <a:lnTo>
                  <a:pt x="350168" y="502935"/>
                </a:lnTo>
                <a:lnTo>
                  <a:pt x="390608" y="483735"/>
                </a:lnTo>
                <a:lnTo>
                  <a:pt x="426838" y="458125"/>
                </a:lnTo>
                <a:lnTo>
                  <a:pt x="458125" y="426838"/>
                </a:lnTo>
                <a:lnTo>
                  <a:pt x="483735" y="390608"/>
                </a:lnTo>
                <a:lnTo>
                  <a:pt x="502935" y="350168"/>
                </a:lnTo>
                <a:lnTo>
                  <a:pt x="514993" y="306250"/>
                </a:lnTo>
                <a:lnTo>
                  <a:pt x="519175" y="259587"/>
                </a:lnTo>
                <a:lnTo>
                  <a:pt x="514993" y="212929"/>
                </a:lnTo>
                <a:lnTo>
                  <a:pt x="502935" y="169012"/>
                </a:lnTo>
                <a:lnTo>
                  <a:pt x="483735" y="128572"/>
                </a:lnTo>
                <a:lnTo>
                  <a:pt x="458125" y="92342"/>
                </a:lnTo>
                <a:lnTo>
                  <a:pt x="426838" y="61054"/>
                </a:lnTo>
                <a:lnTo>
                  <a:pt x="390608" y="35443"/>
                </a:lnTo>
                <a:lnTo>
                  <a:pt x="350168" y="16241"/>
                </a:lnTo>
                <a:lnTo>
                  <a:pt x="306250" y="4182"/>
                </a:lnTo>
                <a:lnTo>
                  <a:pt x="259587" y="0"/>
                </a:lnTo>
                <a:close/>
              </a:path>
            </a:pathLst>
          </a:custGeom>
          <a:solidFill>
            <a:srgbClr val="1250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bg object 42"/>
          <p:cNvSpPr/>
          <p:nvPr/>
        </p:nvSpPr>
        <p:spPr>
          <a:xfrm>
            <a:off x="7853709" y="6861308"/>
            <a:ext cx="325755" cy="322580"/>
          </a:xfrm>
          <a:custGeom>
            <a:avLst/>
            <a:gdLst/>
            <a:ahLst/>
            <a:cxnLst/>
            <a:rect l="l" t="t" r="r" b="b"/>
            <a:pathLst>
              <a:path w="325754" h="322579">
                <a:moveTo>
                  <a:pt x="91184" y="0"/>
                </a:moveTo>
                <a:lnTo>
                  <a:pt x="51518" y="19049"/>
                </a:lnTo>
                <a:lnTo>
                  <a:pt x="36801" y="54609"/>
                </a:lnTo>
                <a:lnTo>
                  <a:pt x="37307" y="72389"/>
                </a:lnTo>
                <a:lnTo>
                  <a:pt x="37379" y="74929"/>
                </a:lnTo>
                <a:lnTo>
                  <a:pt x="37451" y="77469"/>
                </a:lnTo>
                <a:lnTo>
                  <a:pt x="37559" y="81279"/>
                </a:lnTo>
                <a:lnTo>
                  <a:pt x="37668" y="85089"/>
                </a:lnTo>
                <a:lnTo>
                  <a:pt x="36194" y="88899"/>
                </a:lnTo>
                <a:lnTo>
                  <a:pt x="35471" y="92709"/>
                </a:lnTo>
                <a:lnTo>
                  <a:pt x="35640" y="95249"/>
                </a:lnTo>
                <a:lnTo>
                  <a:pt x="35725" y="96519"/>
                </a:lnTo>
                <a:lnTo>
                  <a:pt x="35826" y="97789"/>
                </a:lnTo>
                <a:lnTo>
                  <a:pt x="36093" y="99059"/>
                </a:lnTo>
                <a:lnTo>
                  <a:pt x="36499" y="100329"/>
                </a:lnTo>
                <a:lnTo>
                  <a:pt x="28625" y="104139"/>
                </a:lnTo>
                <a:lnTo>
                  <a:pt x="23634" y="113029"/>
                </a:lnTo>
                <a:lnTo>
                  <a:pt x="26631" y="154939"/>
                </a:lnTo>
                <a:lnTo>
                  <a:pt x="29273" y="160019"/>
                </a:lnTo>
                <a:lnTo>
                  <a:pt x="33629" y="163829"/>
                </a:lnTo>
                <a:lnTo>
                  <a:pt x="37553" y="167639"/>
                </a:lnTo>
                <a:lnTo>
                  <a:pt x="42544" y="168909"/>
                </a:lnTo>
                <a:lnTo>
                  <a:pt x="57759" y="168909"/>
                </a:lnTo>
                <a:lnTo>
                  <a:pt x="31069" y="191769"/>
                </a:lnTo>
                <a:lnTo>
                  <a:pt x="13177" y="224789"/>
                </a:lnTo>
                <a:lnTo>
                  <a:pt x="3136" y="259079"/>
                </a:lnTo>
                <a:lnTo>
                  <a:pt x="125" y="289559"/>
                </a:lnTo>
                <a:lnTo>
                  <a:pt x="0" y="290829"/>
                </a:lnTo>
                <a:lnTo>
                  <a:pt x="2619" y="303529"/>
                </a:lnTo>
                <a:lnTo>
                  <a:pt x="9707" y="313689"/>
                </a:lnTo>
                <a:lnTo>
                  <a:pt x="20193" y="320039"/>
                </a:lnTo>
                <a:lnTo>
                  <a:pt x="33007" y="322579"/>
                </a:lnTo>
                <a:lnTo>
                  <a:pt x="155130" y="322579"/>
                </a:lnTo>
                <a:lnTo>
                  <a:pt x="162686" y="320039"/>
                </a:lnTo>
                <a:lnTo>
                  <a:pt x="168770" y="314959"/>
                </a:lnTo>
                <a:lnTo>
                  <a:pt x="184689" y="314959"/>
                </a:lnTo>
                <a:lnTo>
                  <a:pt x="187871" y="313689"/>
                </a:lnTo>
                <a:lnTo>
                  <a:pt x="191858" y="309879"/>
                </a:lnTo>
                <a:lnTo>
                  <a:pt x="175285" y="309879"/>
                </a:lnTo>
                <a:lnTo>
                  <a:pt x="169621" y="307339"/>
                </a:lnTo>
                <a:lnTo>
                  <a:pt x="28359" y="307339"/>
                </a:lnTo>
                <a:lnTo>
                  <a:pt x="23850" y="306069"/>
                </a:lnTo>
                <a:lnTo>
                  <a:pt x="20218" y="302259"/>
                </a:lnTo>
                <a:lnTo>
                  <a:pt x="18021" y="299719"/>
                </a:lnTo>
                <a:lnTo>
                  <a:pt x="16916" y="297179"/>
                </a:lnTo>
                <a:lnTo>
                  <a:pt x="17551" y="294639"/>
                </a:lnTo>
                <a:lnTo>
                  <a:pt x="19380" y="293369"/>
                </a:lnTo>
                <a:lnTo>
                  <a:pt x="21285" y="292099"/>
                </a:lnTo>
                <a:lnTo>
                  <a:pt x="157606" y="292099"/>
                </a:lnTo>
                <a:lnTo>
                  <a:pt x="157238" y="290829"/>
                </a:lnTo>
                <a:lnTo>
                  <a:pt x="150101" y="290829"/>
                </a:lnTo>
                <a:lnTo>
                  <a:pt x="115857" y="276859"/>
                </a:lnTo>
                <a:lnTo>
                  <a:pt x="18491" y="276859"/>
                </a:lnTo>
                <a:lnTo>
                  <a:pt x="17030" y="275589"/>
                </a:lnTo>
                <a:lnTo>
                  <a:pt x="17437" y="273049"/>
                </a:lnTo>
                <a:lnTo>
                  <a:pt x="20135" y="260349"/>
                </a:lnTo>
                <a:lnTo>
                  <a:pt x="23879" y="248919"/>
                </a:lnTo>
                <a:lnTo>
                  <a:pt x="28656" y="236219"/>
                </a:lnTo>
                <a:lnTo>
                  <a:pt x="34455" y="224789"/>
                </a:lnTo>
                <a:lnTo>
                  <a:pt x="35445" y="222249"/>
                </a:lnTo>
                <a:lnTo>
                  <a:pt x="37858" y="220979"/>
                </a:lnTo>
                <a:lnTo>
                  <a:pt x="166202" y="220979"/>
                </a:lnTo>
                <a:lnTo>
                  <a:pt x="164450" y="215899"/>
                </a:lnTo>
                <a:lnTo>
                  <a:pt x="147324" y="187959"/>
                </a:lnTo>
                <a:lnTo>
                  <a:pt x="120611" y="167639"/>
                </a:lnTo>
                <a:lnTo>
                  <a:pt x="120787" y="163829"/>
                </a:lnTo>
                <a:lnTo>
                  <a:pt x="112877" y="163829"/>
                </a:lnTo>
                <a:lnTo>
                  <a:pt x="105651" y="162559"/>
                </a:lnTo>
                <a:lnTo>
                  <a:pt x="74663" y="162559"/>
                </a:lnTo>
                <a:lnTo>
                  <a:pt x="81013" y="143509"/>
                </a:lnTo>
                <a:lnTo>
                  <a:pt x="80911" y="142239"/>
                </a:lnTo>
                <a:lnTo>
                  <a:pt x="66382" y="116839"/>
                </a:lnTo>
                <a:lnTo>
                  <a:pt x="73142" y="113029"/>
                </a:lnTo>
                <a:lnTo>
                  <a:pt x="75745" y="110489"/>
                </a:lnTo>
                <a:lnTo>
                  <a:pt x="53746" y="110489"/>
                </a:lnTo>
                <a:lnTo>
                  <a:pt x="47878" y="106679"/>
                </a:lnTo>
                <a:lnTo>
                  <a:pt x="45097" y="101599"/>
                </a:lnTo>
                <a:lnTo>
                  <a:pt x="44208" y="99059"/>
                </a:lnTo>
                <a:lnTo>
                  <a:pt x="43662" y="97789"/>
                </a:lnTo>
                <a:lnTo>
                  <a:pt x="43560" y="95249"/>
                </a:lnTo>
                <a:lnTo>
                  <a:pt x="43370" y="92709"/>
                </a:lnTo>
                <a:lnTo>
                  <a:pt x="43992" y="90169"/>
                </a:lnTo>
                <a:lnTo>
                  <a:pt x="45313" y="87629"/>
                </a:lnTo>
                <a:lnTo>
                  <a:pt x="45529" y="86359"/>
                </a:lnTo>
                <a:lnTo>
                  <a:pt x="48094" y="82549"/>
                </a:lnTo>
                <a:lnTo>
                  <a:pt x="52755" y="78739"/>
                </a:lnTo>
                <a:lnTo>
                  <a:pt x="87868" y="78739"/>
                </a:lnTo>
                <a:lnTo>
                  <a:pt x="93687" y="72389"/>
                </a:lnTo>
                <a:lnTo>
                  <a:pt x="172765" y="72389"/>
                </a:lnTo>
                <a:lnTo>
                  <a:pt x="154368" y="57149"/>
                </a:lnTo>
                <a:lnTo>
                  <a:pt x="152530" y="44449"/>
                </a:lnTo>
                <a:lnTo>
                  <a:pt x="59753" y="44449"/>
                </a:lnTo>
                <a:lnTo>
                  <a:pt x="59232" y="43179"/>
                </a:lnTo>
                <a:lnTo>
                  <a:pt x="57226" y="43179"/>
                </a:lnTo>
                <a:lnTo>
                  <a:pt x="56324" y="40639"/>
                </a:lnTo>
                <a:lnTo>
                  <a:pt x="57226" y="38099"/>
                </a:lnTo>
                <a:lnTo>
                  <a:pt x="58839" y="35559"/>
                </a:lnTo>
                <a:lnTo>
                  <a:pt x="60782" y="31749"/>
                </a:lnTo>
                <a:lnTo>
                  <a:pt x="63055" y="29209"/>
                </a:lnTo>
                <a:lnTo>
                  <a:pt x="64477" y="27939"/>
                </a:lnTo>
                <a:lnTo>
                  <a:pt x="66941" y="26669"/>
                </a:lnTo>
                <a:lnTo>
                  <a:pt x="110636" y="26669"/>
                </a:lnTo>
                <a:lnTo>
                  <a:pt x="103144" y="24129"/>
                </a:lnTo>
                <a:lnTo>
                  <a:pt x="85445" y="24129"/>
                </a:lnTo>
                <a:lnTo>
                  <a:pt x="83388" y="22859"/>
                </a:lnTo>
                <a:lnTo>
                  <a:pt x="83019" y="20319"/>
                </a:lnTo>
                <a:lnTo>
                  <a:pt x="82613" y="17779"/>
                </a:lnTo>
                <a:lnTo>
                  <a:pt x="84086" y="16509"/>
                </a:lnTo>
                <a:lnTo>
                  <a:pt x="86245" y="15239"/>
                </a:lnTo>
                <a:lnTo>
                  <a:pt x="136432" y="15239"/>
                </a:lnTo>
                <a:lnTo>
                  <a:pt x="123418" y="6349"/>
                </a:lnTo>
                <a:lnTo>
                  <a:pt x="107553" y="1269"/>
                </a:lnTo>
                <a:lnTo>
                  <a:pt x="91184" y="0"/>
                </a:lnTo>
                <a:close/>
              </a:path>
              <a:path w="325754" h="322579">
                <a:moveTo>
                  <a:pt x="184689" y="314959"/>
                </a:moveTo>
                <a:lnTo>
                  <a:pt x="168770" y="314959"/>
                </a:lnTo>
                <a:lnTo>
                  <a:pt x="170814" y="316229"/>
                </a:lnTo>
                <a:lnTo>
                  <a:pt x="181508" y="316229"/>
                </a:lnTo>
                <a:lnTo>
                  <a:pt x="184689" y="314959"/>
                </a:lnTo>
                <a:close/>
              </a:path>
              <a:path w="325754" h="322579">
                <a:moveTo>
                  <a:pt x="222315" y="274319"/>
                </a:moveTo>
                <a:lnTo>
                  <a:pt x="178485" y="274319"/>
                </a:lnTo>
                <a:lnTo>
                  <a:pt x="181749" y="275589"/>
                </a:lnTo>
                <a:lnTo>
                  <a:pt x="184721" y="276859"/>
                </a:lnTo>
                <a:lnTo>
                  <a:pt x="190233" y="281939"/>
                </a:lnTo>
                <a:lnTo>
                  <a:pt x="192023" y="287019"/>
                </a:lnTo>
                <a:lnTo>
                  <a:pt x="191909" y="293369"/>
                </a:lnTo>
                <a:lnTo>
                  <a:pt x="175285" y="309879"/>
                </a:lnTo>
                <a:lnTo>
                  <a:pt x="191858" y="309879"/>
                </a:lnTo>
                <a:lnTo>
                  <a:pt x="195846" y="306069"/>
                </a:lnTo>
                <a:lnTo>
                  <a:pt x="198005" y="300989"/>
                </a:lnTo>
                <a:lnTo>
                  <a:pt x="199148" y="297179"/>
                </a:lnTo>
                <a:lnTo>
                  <a:pt x="222315" y="274319"/>
                </a:lnTo>
                <a:close/>
              </a:path>
              <a:path w="325754" h="322579">
                <a:moveTo>
                  <a:pt x="157606" y="292099"/>
                </a:moveTo>
                <a:lnTo>
                  <a:pt x="21285" y="292099"/>
                </a:lnTo>
                <a:lnTo>
                  <a:pt x="23672" y="293369"/>
                </a:lnTo>
                <a:lnTo>
                  <a:pt x="25920" y="297179"/>
                </a:lnTo>
                <a:lnTo>
                  <a:pt x="27927" y="298449"/>
                </a:lnTo>
                <a:lnTo>
                  <a:pt x="32296" y="299719"/>
                </a:lnTo>
                <a:lnTo>
                  <a:pt x="33502" y="302259"/>
                </a:lnTo>
                <a:lnTo>
                  <a:pt x="32880" y="303529"/>
                </a:lnTo>
                <a:lnTo>
                  <a:pt x="32359" y="306069"/>
                </a:lnTo>
                <a:lnTo>
                  <a:pt x="30784" y="307339"/>
                </a:lnTo>
                <a:lnTo>
                  <a:pt x="169621" y="307339"/>
                </a:lnTo>
                <a:lnTo>
                  <a:pt x="166789" y="306069"/>
                </a:lnTo>
                <a:lnTo>
                  <a:pt x="164757" y="304799"/>
                </a:lnTo>
                <a:lnTo>
                  <a:pt x="160972" y="300989"/>
                </a:lnTo>
                <a:lnTo>
                  <a:pt x="159511" y="298449"/>
                </a:lnTo>
                <a:lnTo>
                  <a:pt x="158711" y="295909"/>
                </a:lnTo>
                <a:lnTo>
                  <a:pt x="157606" y="292099"/>
                </a:lnTo>
                <a:close/>
              </a:path>
              <a:path w="325754" h="322579">
                <a:moveTo>
                  <a:pt x="175836" y="252729"/>
                </a:moveTo>
                <a:lnTo>
                  <a:pt x="109016" y="252729"/>
                </a:lnTo>
                <a:lnTo>
                  <a:pt x="158813" y="271779"/>
                </a:lnTo>
                <a:lnTo>
                  <a:pt x="158343" y="273049"/>
                </a:lnTo>
                <a:lnTo>
                  <a:pt x="157391" y="273049"/>
                </a:lnTo>
                <a:lnTo>
                  <a:pt x="152666" y="278129"/>
                </a:lnTo>
                <a:lnTo>
                  <a:pt x="150101" y="284479"/>
                </a:lnTo>
                <a:lnTo>
                  <a:pt x="150101" y="290829"/>
                </a:lnTo>
                <a:lnTo>
                  <a:pt x="157238" y="290829"/>
                </a:lnTo>
                <a:lnTo>
                  <a:pt x="156870" y="289559"/>
                </a:lnTo>
                <a:lnTo>
                  <a:pt x="158495" y="283209"/>
                </a:lnTo>
                <a:lnTo>
                  <a:pt x="164693" y="276859"/>
                </a:lnTo>
                <a:lnTo>
                  <a:pt x="166636" y="275589"/>
                </a:lnTo>
                <a:lnTo>
                  <a:pt x="168833" y="275589"/>
                </a:lnTo>
                <a:lnTo>
                  <a:pt x="170776" y="274319"/>
                </a:lnTo>
                <a:lnTo>
                  <a:pt x="222315" y="274319"/>
                </a:lnTo>
                <a:lnTo>
                  <a:pt x="231325" y="265429"/>
                </a:lnTo>
                <a:lnTo>
                  <a:pt x="178333" y="265429"/>
                </a:lnTo>
                <a:lnTo>
                  <a:pt x="175836" y="252729"/>
                </a:lnTo>
                <a:close/>
              </a:path>
              <a:path w="325754" h="322579">
                <a:moveTo>
                  <a:pt x="166202" y="220979"/>
                </a:moveTo>
                <a:lnTo>
                  <a:pt x="37858" y="220979"/>
                </a:lnTo>
                <a:lnTo>
                  <a:pt x="41681" y="223519"/>
                </a:lnTo>
                <a:lnTo>
                  <a:pt x="42417" y="226059"/>
                </a:lnTo>
                <a:lnTo>
                  <a:pt x="27732" y="262889"/>
                </a:lnTo>
                <a:lnTo>
                  <a:pt x="25145" y="274319"/>
                </a:lnTo>
                <a:lnTo>
                  <a:pt x="24828" y="275589"/>
                </a:lnTo>
                <a:lnTo>
                  <a:pt x="23164" y="276859"/>
                </a:lnTo>
                <a:lnTo>
                  <a:pt x="115857" y="276859"/>
                </a:lnTo>
                <a:lnTo>
                  <a:pt x="100291" y="270509"/>
                </a:lnTo>
                <a:lnTo>
                  <a:pt x="102078" y="269239"/>
                </a:lnTo>
                <a:lnTo>
                  <a:pt x="74688" y="269239"/>
                </a:lnTo>
                <a:lnTo>
                  <a:pt x="67030" y="261619"/>
                </a:lnTo>
                <a:lnTo>
                  <a:pt x="67030" y="242569"/>
                </a:lnTo>
                <a:lnTo>
                  <a:pt x="74688" y="234949"/>
                </a:lnTo>
                <a:lnTo>
                  <a:pt x="171021" y="234949"/>
                </a:lnTo>
                <a:lnTo>
                  <a:pt x="166202" y="220979"/>
                </a:lnTo>
                <a:close/>
              </a:path>
              <a:path w="325754" h="322579">
                <a:moveTo>
                  <a:pt x="171021" y="234949"/>
                </a:moveTo>
                <a:lnTo>
                  <a:pt x="91592" y="234949"/>
                </a:lnTo>
                <a:lnTo>
                  <a:pt x="98310" y="240029"/>
                </a:lnTo>
                <a:lnTo>
                  <a:pt x="100406" y="247649"/>
                </a:lnTo>
                <a:lnTo>
                  <a:pt x="100876" y="248919"/>
                </a:lnTo>
                <a:lnTo>
                  <a:pt x="101130" y="250189"/>
                </a:lnTo>
                <a:lnTo>
                  <a:pt x="101130" y="259079"/>
                </a:lnTo>
                <a:lnTo>
                  <a:pt x="96735" y="265429"/>
                </a:lnTo>
                <a:lnTo>
                  <a:pt x="90131" y="267969"/>
                </a:lnTo>
                <a:lnTo>
                  <a:pt x="88290" y="269239"/>
                </a:lnTo>
                <a:lnTo>
                  <a:pt x="102078" y="269239"/>
                </a:lnTo>
                <a:lnTo>
                  <a:pt x="105651" y="266699"/>
                </a:lnTo>
                <a:lnTo>
                  <a:pt x="108953" y="259079"/>
                </a:lnTo>
                <a:lnTo>
                  <a:pt x="109016" y="252729"/>
                </a:lnTo>
                <a:lnTo>
                  <a:pt x="175836" y="252729"/>
                </a:lnTo>
                <a:lnTo>
                  <a:pt x="174088" y="243839"/>
                </a:lnTo>
                <a:lnTo>
                  <a:pt x="171021" y="234949"/>
                </a:lnTo>
                <a:close/>
              </a:path>
              <a:path w="325754" h="322579">
                <a:moveTo>
                  <a:pt x="243763" y="179069"/>
                </a:moveTo>
                <a:lnTo>
                  <a:pt x="223862" y="210819"/>
                </a:lnTo>
                <a:lnTo>
                  <a:pt x="222757" y="212089"/>
                </a:lnTo>
                <a:lnTo>
                  <a:pt x="221602" y="212089"/>
                </a:lnTo>
                <a:lnTo>
                  <a:pt x="216001" y="218439"/>
                </a:lnTo>
                <a:lnTo>
                  <a:pt x="213525" y="224789"/>
                </a:lnTo>
                <a:lnTo>
                  <a:pt x="213410" y="231139"/>
                </a:lnTo>
                <a:lnTo>
                  <a:pt x="178333" y="265429"/>
                </a:lnTo>
                <a:lnTo>
                  <a:pt x="231325" y="265429"/>
                </a:lnTo>
                <a:lnTo>
                  <a:pt x="240334" y="256539"/>
                </a:lnTo>
                <a:lnTo>
                  <a:pt x="246164" y="255269"/>
                </a:lnTo>
                <a:lnTo>
                  <a:pt x="251663" y="252729"/>
                </a:lnTo>
                <a:lnTo>
                  <a:pt x="255879" y="248919"/>
                </a:lnTo>
                <a:lnTo>
                  <a:pt x="256197" y="248919"/>
                </a:lnTo>
                <a:lnTo>
                  <a:pt x="256400" y="247649"/>
                </a:lnTo>
                <a:lnTo>
                  <a:pt x="233667" y="247649"/>
                </a:lnTo>
                <a:lnTo>
                  <a:pt x="229361" y="246379"/>
                </a:lnTo>
                <a:lnTo>
                  <a:pt x="223240" y="240029"/>
                </a:lnTo>
                <a:lnTo>
                  <a:pt x="221513" y="236219"/>
                </a:lnTo>
                <a:lnTo>
                  <a:pt x="220903" y="227329"/>
                </a:lnTo>
                <a:lnTo>
                  <a:pt x="222694" y="222249"/>
                </a:lnTo>
                <a:lnTo>
                  <a:pt x="227279" y="218439"/>
                </a:lnTo>
                <a:lnTo>
                  <a:pt x="228371" y="217169"/>
                </a:lnTo>
                <a:lnTo>
                  <a:pt x="229628" y="215899"/>
                </a:lnTo>
                <a:lnTo>
                  <a:pt x="232257" y="214629"/>
                </a:lnTo>
                <a:lnTo>
                  <a:pt x="325475" y="214629"/>
                </a:lnTo>
                <a:lnTo>
                  <a:pt x="323418" y="210819"/>
                </a:lnTo>
                <a:lnTo>
                  <a:pt x="257822" y="210819"/>
                </a:lnTo>
                <a:lnTo>
                  <a:pt x="260235" y="200659"/>
                </a:lnTo>
                <a:lnTo>
                  <a:pt x="261289" y="195579"/>
                </a:lnTo>
                <a:lnTo>
                  <a:pt x="260565" y="191769"/>
                </a:lnTo>
                <a:lnTo>
                  <a:pt x="258254" y="187959"/>
                </a:lnTo>
                <a:lnTo>
                  <a:pt x="255981" y="184149"/>
                </a:lnTo>
                <a:lnTo>
                  <a:pt x="252310" y="181609"/>
                </a:lnTo>
                <a:lnTo>
                  <a:pt x="243763" y="179069"/>
                </a:lnTo>
                <a:close/>
              </a:path>
              <a:path w="325754" h="322579">
                <a:moveTo>
                  <a:pt x="325475" y="214629"/>
                </a:moveTo>
                <a:lnTo>
                  <a:pt x="245211" y="214629"/>
                </a:lnTo>
                <a:lnTo>
                  <a:pt x="248780" y="217169"/>
                </a:lnTo>
                <a:lnTo>
                  <a:pt x="249313" y="218439"/>
                </a:lnTo>
                <a:lnTo>
                  <a:pt x="250139" y="218439"/>
                </a:lnTo>
                <a:lnTo>
                  <a:pt x="250304" y="219709"/>
                </a:lnTo>
                <a:lnTo>
                  <a:pt x="253832" y="224789"/>
                </a:lnTo>
                <a:lnTo>
                  <a:pt x="255235" y="229869"/>
                </a:lnTo>
                <a:lnTo>
                  <a:pt x="254479" y="236219"/>
                </a:lnTo>
                <a:lnTo>
                  <a:pt x="251536" y="241299"/>
                </a:lnTo>
                <a:lnTo>
                  <a:pt x="251129" y="242569"/>
                </a:lnTo>
                <a:lnTo>
                  <a:pt x="250291" y="243839"/>
                </a:lnTo>
                <a:lnTo>
                  <a:pt x="247091" y="246379"/>
                </a:lnTo>
                <a:lnTo>
                  <a:pt x="242887" y="247649"/>
                </a:lnTo>
                <a:lnTo>
                  <a:pt x="256400" y="247649"/>
                </a:lnTo>
                <a:lnTo>
                  <a:pt x="260070" y="248919"/>
                </a:lnTo>
                <a:lnTo>
                  <a:pt x="267106" y="248919"/>
                </a:lnTo>
                <a:lnTo>
                  <a:pt x="284295" y="247649"/>
                </a:lnTo>
                <a:lnTo>
                  <a:pt x="298935" y="245109"/>
                </a:lnTo>
                <a:lnTo>
                  <a:pt x="310990" y="240029"/>
                </a:lnTo>
                <a:lnTo>
                  <a:pt x="320420" y="232409"/>
                </a:lnTo>
                <a:lnTo>
                  <a:pt x="323684" y="229869"/>
                </a:lnTo>
                <a:lnTo>
                  <a:pt x="325513" y="224789"/>
                </a:lnTo>
                <a:lnTo>
                  <a:pt x="325475" y="214629"/>
                </a:lnTo>
                <a:close/>
              </a:path>
              <a:path w="325754" h="322579">
                <a:moveTo>
                  <a:pt x="313232" y="201929"/>
                </a:moveTo>
                <a:lnTo>
                  <a:pt x="307060" y="201929"/>
                </a:lnTo>
                <a:lnTo>
                  <a:pt x="301536" y="203199"/>
                </a:lnTo>
                <a:lnTo>
                  <a:pt x="292469" y="207009"/>
                </a:lnTo>
                <a:lnTo>
                  <a:pt x="282136" y="208279"/>
                </a:lnTo>
                <a:lnTo>
                  <a:pt x="270575" y="209549"/>
                </a:lnTo>
                <a:lnTo>
                  <a:pt x="257822" y="210819"/>
                </a:lnTo>
                <a:lnTo>
                  <a:pt x="323418" y="210819"/>
                </a:lnTo>
                <a:lnTo>
                  <a:pt x="322732" y="209549"/>
                </a:lnTo>
                <a:lnTo>
                  <a:pt x="318071" y="205739"/>
                </a:lnTo>
                <a:lnTo>
                  <a:pt x="313232" y="201929"/>
                </a:lnTo>
                <a:close/>
              </a:path>
              <a:path w="325754" h="322579">
                <a:moveTo>
                  <a:pt x="172765" y="72389"/>
                </a:moveTo>
                <a:lnTo>
                  <a:pt x="93687" y="72389"/>
                </a:lnTo>
                <a:lnTo>
                  <a:pt x="97243" y="82549"/>
                </a:lnTo>
                <a:lnTo>
                  <a:pt x="99625" y="88899"/>
                </a:lnTo>
                <a:lnTo>
                  <a:pt x="101084" y="97789"/>
                </a:lnTo>
                <a:lnTo>
                  <a:pt x="101519" y="104139"/>
                </a:lnTo>
                <a:lnTo>
                  <a:pt x="101485" y="107949"/>
                </a:lnTo>
                <a:lnTo>
                  <a:pt x="101363" y="110489"/>
                </a:lnTo>
                <a:lnTo>
                  <a:pt x="101241" y="113029"/>
                </a:lnTo>
                <a:lnTo>
                  <a:pt x="113830" y="142239"/>
                </a:lnTo>
                <a:lnTo>
                  <a:pt x="113045" y="160019"/>
                </a:lnTo>
                <a:lnTo>
                  <a:pt x="112989" y="161289"/>
                </a:lnTo>
                <a:lnTo>
                  <a:pt x="112877" y="163829"/>
                </a:lnTo>
                <a:lnTo>
                  <a:pt x="120787" y="163829"/>
                </a:lnTo>
                <a:lnTo>
                  <a:pt x="121665" y="144779"/>
                </a:lnTo>
                <a:lnTo>
                  <a:pt x="156616" y="142239"/>
                </a:lnTo>
                <a:lnTo>
                  <a:pt x="166115" y="140969"/>
                </a:lnTo>
                <a:lnTo>
                  <a:pt x="173266" y="133349"/>
                </a:lnTo>
                <a:lnTo>
                  <a:pt x="171920" y="114299"/>
                </a:lnTo>
                <a:lnTo>
                  <a:pt x="171830" y="113029"/>
                </a:lnTo>
                <a:lnTo>
                  <a:pt x="169227" y="109219"/>
                </a:lnTo>
                <a:lnTo>
                  <a:pt x="165341" y="107949"/>
                </a:lnTo>
                <a:lnTo>
                  <a:pt x="168960" y="105409"/>
                </a:lnTo>
                <a:lnTo>
                  <a:pt x="171018" y="101599"/>
                </a:lnTo>
                <a:lnTo>
                  <a:pt x="170167" y="92709"/>
                </a:lnTo>
                <a:lnTo>
                  <a:pt x="174358" y="91439"/>
                </a:lnTo>
                <a:lnTo>
                  <a:pt x="177812" y="88899"/>
                </a:lnTo>
                <a:lnTo>
                  <a:pt x="179095" y="85089"/>
                </a:lnTo>
                <a:lnTo>
                  <a:pt x="180339" y="81279"/>
                </a:lnTo>
                <a:lnTo>
                  <a:pt x="179044" y="77469"/>
                </a:lnTo>
                <a:lnTo>
                  <a:pt x="175831" y="74929"/>
                </a:lnTo>
                <a:lnTo>
                  <a:pt x="172765" y="72389"/>
                </a:lnTo>
                <a:close/>
              </a:path>
              <a:path w="325754" h="322579">
                <a:moveTo>
                  <a:pt x="98031" y="161289"/>
                </a:moveTo>
                <a:lnTo>
                  <a:pt x="79616" y="161289"/>
                </a:lnTo>
                <a:lnTo>
                  <a:pt x="74663" y="162559"/>
                </a:lnTo>
                <a:lnTo>
                  <a:pt x="105651" y="162559"/>
                </a:lnTo>
                <a:lnTo>
                  <a:pt x="98031" y="161289"/>
                </a:lnTo>
                <a:close/>
              </a:path>
              <a:path w="325754" h="322579">
                <a:moveTo>
                  <a:pt x="87868" y="78739"/>
                </a:moveTo>
                <a:lnTo>
                  <a:pt x="64160" y="78739"/>
                </a:lnTo>
                <a:lnTo>
                  <a:pt x="69989" y="81279"/>
                </a:lnTo>
                <a:lnTo>
                  <a:pt x="73850" y="88899"/>
                </a:lnTo>
                <a:lnTo>
                  <a:pt x="74434" y="91439"/>
                </a:lnTo>
                <a:lnTo>
                  <a:pt x="74703" y="95249"/>
                </a:lnTo>
                <a:lnTo>
                  <a:pt x="74786" y="96519"/>
                </a:lnTo>
                <a:lnTo>
                  <a:pt x="74870" y="97789"/>
                </a:lnTo>
                <a:lnTo>
                  <a:pt x="74953" y="99059"/>
                </a:lnTo>
                <a:lnTo>
                  <a:pt x="75037" y="100329"/>
                </a:lnTo>
                <a:lnTo>
                  <a:pt x="75120" y="101599"/>
                </a:lnTo>
                <a:lnTo>
                  <a:pt x="68668" y="109219"/>
                </a:lnTo>
                <a:lnTo>
                  <a:pt x="60159" y="109219"/>
                </a:lnTo>
                <a:lnTo>
                  <a:pt x="53746" y="110489"/>
                </a:lnTo>
                <a:lnTo>
                  <a:pt x="75745" y="110489"/>
                </a:lnTo>
                <a:lnTo>
                  <a:pt x="78349" y="107949"/>
                </a:lnTo>
                <a:lnTo>
                  <a:pt x="81570" y="100329"/>
                </a:lnTo>
                <a:lnTo>
                  <a:pt x="82372" y="92709"/>
                </a:lnTo>
                <a:lnTo>
                  <a:pt x="82245" y="90169"/>
                </a:lnTo>
                <a:lnTo>
                  <a:pt x="81660" y="87629"/>
                </a:lnTo>
                <a:lnTo>
                  <a:pt x="80886" y="86359"/>
                </a:lnTo>
                <a:lnTo>
                  <a:pt x="87868" y="78739"/>
                </a:lnTo>
                <a:close/>
              </a:path>
              <a:path w="325754" h="322579">
                <a:moveTo>
                  <a:pt x="110636" y="26669"/>
                </a:moveTo>
                <a:lnTo>
                  <a:pt x="66941" y="26669"/>
                </a:lnTo>
                <a:lnTo>
                  <a:pt x="68618" y="29209"/>
                </a:lnTo>
                <a:lnTo>
                  <a:pt x="70307" y="30479"/>
                </a:lnTo>
                <a:lnTo>
                  <a:pt x="70402" y="31749"/>
                </a:lnTo>
                <a:lnTo>
                  <a:pt x="70497" y="33019"/>
                </a:lnTo>
                <a:lnTo>
                  <a:pt x="67309" y="36829"/>
                </a:lnTo>
                <a:lnTo>
                  <a:pt x="65735" y="39369"/>
                </a:lnTo>
                <a:lnTo>
                  <a:pt x="64414" y="41909"/>
                </a:lnTo>
                <a:lnTo>
                  <a:pt x="63728" y="43179"/>
                </a:lnTo>
                <a:lnTo>
                  <a:pt x="62318" y="44449"/>
                </a:lnTo>
                <a:lnTo>
                  <a:pt x="129044" y="44449"/>
                </a:lnTo>
                <a:lnTo>
                  <a:pt x="127685" y="43179"/>
                </a:lnTo>
                <a:lnTo>
                  <a:pt x="126949" y="41909"/>
                </a:lnTo>
                <a:lnTo>
                  <a:pt x="120177" y="33019"/>
                </a:lnTo>
                <a:lnTo>
                  <a:pt x="110636" y="26669"/>
                </a:lnTo>
                <a:close/>
              </a:path>
              <a:path w="325754" h="322579">
                <a:moveTo>
                  <a:pt x="136432" y="15239"/>
                </a:moveTo>
                <a:lnTo>
                  <a:pt x="100647" y="15239"/>
                </a:lnTo>
                <a:lnTo>
                  <a:pt x="114188" y="20319"/>
                </a:lnTo>
                <a:lnTo>
                  <a:pt x="125697" y="27939"/>
                </a:lnTo>
                <a:lnTo>
                  <a:pt x="133997" y="38099"/>
                </a:lnTo>
                <a:lnTo>
                  <a:pt x="134988" y="40639"/>
                </a:lnTo>
                <a:lnTo>
                  <a:pt x="134213" y="43179"/>
                </a:lnTo>
                <a:lnTo>
                  <a:pt x="132270" y="43179"/>
                </a:lnTo>
                <a:lnTo>
                  <a:pt x="131686" y="44449"/>
                </a:lnTo>
                <a:lnTo>
                  <a:pt x="152530" y="44449"/>
                </a:lnTo>
                <a:lnTo>
                  <a:pt x="152163" y="41909"/>
                </a:lnTo>
                <a:lnTo>
                  <a:pt x="146099" y="27939"/>
                </a:lnTo>
                <a:lnTo>
                  <a:pt x="136432" y="15239"/>
                </a:lnTo>
                <a:close/>
              </a:path>
              <a:path w="325754" h="322579">
                <a:moveTo>
                  <a:pt x="99399" y="22859"/>
                </a:moveTo>
                <a:lnTo>
                  <a:pt x="87541" y="24129"/>
                </a:lnTo>
                <a:lnTo>
                  <a:pt x="103144" y="24129"/>
                </a:lnTo>
                <a:lnTo>
                  <a:pt x="99399" y="2285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bg object 43"/>
          <p:cNvSpPr/>
          <p:nvPr/>
        </p:nvSpPr>
        <p:spPr>
          <a:xfrm>
            <a:off x="8278705" y="5617676"/>
            <a:ext cx="1055370" cy="0"/>
          </a:xfrm>
          <a:custGeom>
            <a:avLst/>
            <a:gdLst/>
            <a:ahLst/>
            <a:cxnLst/>
            <a:rect l="l" t="t" r="r" b="b"/>
            <a:pathLst>
              <a:path w="1055370" h="0">
                <a:moveTo>
                  <a:pt x="0" y="0"/>
                </a:moveTo>
                <a:lnTo>
                  <a:pt x="1054747" y="0"/>
                </a:lnTo>
              </a:path>
            </a:pathLst>
          </a:custGeom>
          <a:ln w="4884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4" name="bg object 4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759357" y="3372599"/>
            <a:ext cx="2062518" cy="2062518"/>
          </a:xfrm>
          <a:prstGeom prst="rect">
            <a:avLst/>
          </a:prstGeom>
        </p:spPr>
      </p:pic>
      <p:pic>
        <p:nvPicPr>
          <p:cNvPr id="45" name="bg object 45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8007350" y="3606520"/>
            <a:ext cx="1674926" cy="1834184"/>
          </a:xfrm>
          <a:prstGeom prst="rect">
            <a:avLst/>
          </a:prstGeom>
        </p:spPr>
      </p:pic>
      <p:pic>
        <p:nvPicPr>
          <p:cNvPr id="46" name="bg object 46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8056267" y="6847949"/>
            <a:ext cx="128879" cy="168245"/>
          </a:xfrm>
          <a:prstGeom prst="rect">
            <a:avLst/>
          </a:prstGeom>
        </p:spPr>
      </p:pic>
      <p:sp>
        <p:nvSpPr>
          <p:cNvPr id="47" name="bg object 47"/>
          <p:cNvSpPr/>
          <p:nvPr/>
        </p:nvSpPr>
        <p:spPr>
          <a:xfrm>
            <a:off x="12701624" y="3116104"/>
            <a:ext cx="2379980" cy="5215890"/>
          </a:xfrm>
          <a:custGeom>
            <a:avLst/>
            <a:gdLst/>
            <a:ahLst/>
            <a:cxnLst/>
            <a:rect l="l" t="t" r="r" b="b"/>
            <a:pathLst>
              <a:path w="2379980" h="5215890">
                <a:moveTo>
                  <a:pt x="2191054" y="76"/>
                </a:moveTo>
                <a:lnTo>
                  <a:pt x="195300" y="0"/>
                </a:lnTo>
                <a:lnTo>
                  <a:pt x="150926" y="5080"/>
                </a:lnTo>
                <a:lnTo>
                  <a:pt x="114655" y="17386"/>
                </a:lnTo>
                <a:lnTo>
                  <a:pt x="76339" y="40347"/>
                </a:lnTo>
                <a:lnTo>
                  <a:pt x="48387" y="66535"/>
                </a:lnTo>
                <a:lnTo>
                  <a:pt x="20040" y="108953"/>
                </a:lnTo>
                <a:lnTo>
                  <a:pt x="4292" y="154127"/>
                </a:lnTo>
                <a:lnTo>
                  <a:pt x="0" y="188988"/>
                </a:lnTo>
                <a:lnTo>
                  <a:pt x="0" y="5026507"/>
                </a:lnTo>
                <a:lnTo>
                  <a:pt x="5003" y="5064493"/>
                </a:lnTo>
                <a:lnTo>
                  <a:pt x="21488" y="5109400"/>
                </a:lnTo>
                <a:lnTo>
                  <a:pt x="42240" y="5141595"/>
                </a:lnTo>
                <a:lnTo>
                  <a:pt x="76339" y="5175148"/>
                </a:lnTo>
                <a:lnTo>
                  <a:pt x="117576" y="5199405"/>
                </a:lnTo>
                <a:lnTo>
                  <a:pt x="154051" y="5211127"/>
                </a:lnTo>
                <a:lnTo>
                  <a:pt x="188912" y="5215420"/>
                </a:lnTo>
                <a:lnTo>
                  <a:pt x="2191054" y="5215420"/>
                </a:lnTo>
                <a:lnTo>
                  <a:pt x="2229027" y="5210429"/>
                </a:lnTo>
                <a:lnTo>
                  <a:pt x="2273935" y="5193931"/>
                </a:lnTo>
                <a:lnTo>
                  <a:pt x="2313495" y="5167033"/>
                </a:lnTo>
                <a:lnTo>
                  <a:pt x="2348890" y="5126012"/>
                </a:lnTo>
                <a:lnTo>
                  <a:pt x="2370696" y="5079898"/>
                </a:lnTo>
                <a:lnTo>
                  <a:pt x="2378786" y="5042446"/>
                </a:lnTo>
                <a:lnTo>
                  <a:pt x="2379954" y="5026507"/>
                </a:lnTo>
                <a:lnTo>
                  <a:pt x="2379954" y="188988"/>
                </a:lnTo>
                <a:lnTo>
                  <a:pt x="2374950" y="151015"/>
                </a:lnTo>
                <a:lnTo>
                  <a:pt x="2358466" y="106095"/>
                </a:lnTo>
                <a:lnTo>
                  <a:pt x="2337714" y="73901"/>
                </a:lnTo>
                <a:lnTo>
                  <a:pt x="2303614" y="40347"/>
                </a:lnTo>
                <a:lnTo>
                  <a:pt x="2262378" y="16090"/>
                </a:lnTo>
                <a:lnTo>
                  <a:pt x="2219629" y="3124"/>
                </a:lnTo>
                <a:lnTo>
                  <a:pt x="2191054" y="7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bg object 48"/>
          <p:cNvSpPr/>
          <p:nvPr/>
        </p:nvSpPr>
        <p:spPr>
          <a:xfrm>
            <a:off x="13314334" y="5628612"/>
            <a:ext cx="1055370" cy="0"/>
          </a:xfrm>
          <a:custGeom>
            <a:avLst/>
            <a:gdLst/>
            <a:ahLst/>
            <a:cxnLst/>
            <a:rect l="l" t="t" r="r" b="b"/>
            <a:pathLst>
              <a:path w="1055369" h="0">
                <a:moveTo>
                  <a:pt x="0" y="0"/>
                </a:moveTo>
                <a:lnTo>
                  <a:pt x="1054747" y="0"/>
                </a:lnTo>
              </a:path>
            </a:pathLst>
          </a:custGeom>
          <a:ln w="4884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bg object 49"/>
          <p:cNvSpPr/>
          <p:nvPr/>
        </p:nvSpPr>
        <p:spPr>
          <a:xfrm>
            <a:off x="12839568" y="6667218"/>
            <a:ext cx="2093595" cy="0"/>
          </a:xfrm>
          <a:custGeom>
            <a:avLst/>
            <a:gdLst/>
            <a:ahLst/>
            <a:cxnLst/>
            <a:rect l="l" t="t" r="r" b="b"/>
            <a:pathLst>
              <a:path w="2093594" h="0">
                <a:moveTo>
                  <a:pt x="0" y="0"/>
                </a:moveTo>
                <a:lnTo>
                  <a:pt x="2093442" y="0"/>
                </a:lnTo>
              </a:path>
            </a:pathLst>
          </a:custGeom>
          <a:ln w="19532">
            <a:solidFill>
              <a:srgbClr val="E0E0E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50" name="bg object 5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2917246" y="3362083"/>
            <a:ext cx="2038845" cy="2038845"/>
          </a:xfrm>
          <a:prstGeom prst="rect">
            <a:avLst/>
          </a:prstGeom>
        </p:spPr>
      </p:pic>
      <p:pic>
        <p:nvPicPr>
          <p:cNvPr id="51" name="bg object 51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3151929" y="3446157"/>
            <a:ext cx="1667395" cy="1958809"/>
          </a:xfrm>
          <a:prstGeom prst="rect">
            <a:avLst/>
          </a:prstGeom>
        </p:spPr>
      </p:pic>
      <p:pic>
        <p:nvPicPr>
          <p:cNvPr id="52" name="bg object 52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2832020" y="6718870"/>
            <a:ext cx="519175" cy="51917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4400" y="411480"/>
            <a:ext cx="16459200" cy="1645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m.christuniversity.in/dept/faculty-details/ODU2Ng%3D%3D/MTg%3D" TargetMode="External"/><Relationship Id="rId3" Type="http://schemas.openxmlformats.org/officeDocument/2006/relationships/hyperlink" Target="https://christuniversity.in/physics-and-electronics/faculty-details/OTAzMQ%3D%3D/MTg%3D" TargetMode="External"/><Relationship Id="rId4" Type="http://schemas.openxmlformats.org/officeDocument/2006/relationships/hyperlink" Target="https://christuniversity.in/physics-and-electronics/faculty-details/OTA3MA%3D%3D/MTg%3D" TargetMode="External"/><Relationship Id="rId5" Type="http://schemas.openxmlformats.org/officeDocument/2006/relationships/hyperlink" Target="https://christuniversity.in/dept/faculty-details/MzIwNg%3D%3D/NjI%3D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2452154" y="2348915"/>
          <a:ext cx="12809220" cy="60610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47315"/>
                <a:gridCol w="2392680"/>
                <a:gridCol w="2743835"/>
                <a:gridCol w="2339340"/>
                <a:gridCol w="2613025"/>
              </a:tblGrid>
              <a:tr h="549910">
                <a:tc gridSpan="5">
                  <a:txBody>
                    <a:bodyPr/>
                    <a:lstStyle/>
                    <a:p>
                      <a:pPr algn="ctr" marL="19367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26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MEET OUR</a:t>
                      </a:r>
                      <a:r>
                        <a:rPr dirty="0" sz="2600" spc="6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6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GROUP</a:t>
                      </a:r>
                      <a:r>
                        <a:rPr dirty="0" sz="2600" spc="-1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6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LEADERS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7625">
                    <a:solidFill>
                      <a:srgbClr val="1A2744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55111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50">
                        <a:latin typeface="Liberation Serif"/>
                        <a:cs typeface="Liberation Serif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50">
                        <a:latin typeface="Liberation Serif"/>
                        <a:cs typeface="Liberation Serif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50">
                        <a:latin typeface="Liberation Serif"/>
                        <a:cs typeface="Liberation Serif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50">
                        <a:latin typeface="Liberation Serif"/>
                        <a:cs typeface="Liberation Serif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50">
                        <a:latin typeface="Liberation Serif"/>
                        <a:cs typeface="Liberation Serif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50">
                        <a:latin typeface="Liberation Serif"/>
                        <a:cs typeface="Liberation Serif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50">
                        <a:latin typeface="Liberation Serif"/>
                        <a:cs typeface="Liberation Serif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50">
                        <a:latin typeface="Liberation Serif"/>
                        <a:cs typeface="Liberation Serif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50">
                        <a:latin typeface="Liberation Serif"/>
                        <a:cs typeface="Liberation Serif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50">
                        <a:latin typeface="Liberation Serif"/>
                        <a:cs typeface="Liberation Serif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50">
                        <a:latin typeface="Liberation Serif"/>
                        <a:cs typeface="Liberation Serif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50">
                        <a:latin typeface="Liberation Serif"/>
                        <a:cs typeface="Liberation Serif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350"/>
                        </a:spcBef>
                      </a:pPr>
                      <a:endParaRPr sz="1450">
                        <a:latin typeface="Liberation Serif"/>
                        <a:cs typeface="Liberation Serif"/>
                      </a:endParaRPr>
                    </a:p>
                    <a:p>
                      <a:pPr marL="323850">
                        <a:lnSpc>
                          <a:spcPct val="100000"/>
                        </a:lnSpc>
                      </a:pPr>
                      <a:r>
                        <a:rPr dirty="0" sz="1450" b="1">
                          <a:latin typeface="Times New Roman"/>
                          <a:cs typeface="Times New Roman"/>
                          <a:hlinkClick r:id="rId2"/>
                        </a:rPr>
                        <a:t>Dr.</a:t>
                      </a:r>
                      <a:r>
                        <a:rPr dirty="0" sz="1450" spc="-10" b="1">
                          <a:latin typeface="Times New Roman"/>
                          <a:cs typeface="Times New Roman"/>
                          <a:hlinkClick r:id="rId2"/>
                        </a:rPr>
                        <a:t> </a:t>
                      </a:r>
                      <a:r>
                        <a:rPr dirty="0" sz="1450" b="1">
                          <a:latin typeface="Times New Roman"/>
                          <a:cs typeface="Times New Roman"/>
                          <a:hlinkClick r:id="rId2"/>
                        </a:rPr>
                        <a:t>Mithun</a:t>
                      </a:r>
                      <a:r>
                        <a:rPr dirty="0" sz="1450" spc="-30" b="1">
                          <a:latin typeface="Times New Roman"/>
                          <a:cs typeface="Times New Roman"/>
                          <a:hlinkClick r:id="rId2"/>
                        </a:rPr>
                        <a:t> </a:t>
                      </a:r>
                      <a:r>
                        <a:rPr dirty="0" sz="1450" spc="-10" b="1">
                          <a:latin typeface="Times New Roman"/>
                          <a:cs typeface="Times New Roman"/>
                          <a:hlinkClick r:id="rId2"/>
                        </a:rPr>
                        <a:t>Thudiyangal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algn="ctr" marR="117475">
                        <a:lnSpc>
                          <a:spcPct val="100000"/>
                        </a:lnSpc>
                        <a:spcBef>
                          <a:spcPts val="1365"/>
                        </a:spcBef>
                      </a:pPr>
                      <a:r>
                        <a:rPr dirty="0" sz="1550">
                          <a:solidFill>
                            <a:srgbClr val="1250C4"/>
                          </a:solidFill>
                          <a:latin typeface="Times New Roman"/>
                          <a:cs typeface="Times New Roman"/>
                        </a:rPr>
                        <a:t>Group </a:t>
                      </a:r>
                      <a:r>
                        <a:rPr dirty="0" sz="1550" spc="-10">
                          <a:solidFill>
                            <a:srgbClr val="1250C4"/>
                          </a:solidFill>
                          <a:latin typeface="Times New Roman"/>
                          <a:cs typeface="Times New Roman"/>
                        </a:rPr>
                        <a:t>Leader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50">
                        <a:latin typeface="Liberation Serif"/>
                        <a:cs typeface="Liberation Serif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endParaRPr sz="1550">
                        <a:latin typeface="Liberation Serif"/>
                        <a:cs typeface="Liberation Serif"/>
                      </a:endParaRPr>
                    </a:p>
                    <a:p>
                      <a:pPr marL="821690">
                        <a:lnSpc>
                          <a:spcPct val="100000"/>
                        </a:lnSpc>
                      </a:pPr>
                      <a:r>
                        <a:rPr dirty="0" sz="1300" b="1">
                          <a:latin typeface="Times New Roman"/>
                          <a:cs typeface="Times New Roman"/>
                        </a:rPr>
                        <a:t>Research</a:t>
                      </a:r>
                      <a:r>
                        <a:rPr dirty="0" sz="1300" spc="-5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300" spc="-10" b="1">
                          <a:latin typeface="Times New Roman"/>
                          <a:cs typeface="Times New Roman"/>
                        </a:rPr>
                        <a:t>Focus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endParaRPr sz="1300">
                        <a:latin typeface="Liberation Serif"/>
                        <a:cs typeface="Liberation Serif"/>
                      </a:endParaRPr>
                    </a:p>
                    <a:p>
                      <a:pPr algn="ctr" marL="166370" marR="3073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Ultracold</a:t>
                      </a:r>
                      <a:r>
                        <a:rPr dirty="0" sz="1600" spc="-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Quantum</a:t>
                      </a:r>
                      <a:r>
                        <a:rPr dirty="0" sz="16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Matter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Quantum</a:t>
                      </a:r>
                      <a:r>
                        <a:rPr dirty="0" sz="1600" spc="-9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Algorithms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50">
                        <a:latin typeface="Liberation Serif"/>
                        <a:cs typeface="Liberation Serif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50">
                        <a:latin typeface="Liberation Serif"/>
                        <a:cs typeface="Liberation Serif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50">
                        <a:latin typeface="Liberation Serif"/>
                        <a:cs typeface="Liberation Serif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50">
                        <a:latin typeface="Liberation Serif"/>
                        <a:cs typeface="Liberation Serif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50">
                        <a:latin typeface="Liberation Serif"/>
                        <a:cs typeface="Liberation Serif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50">
                        <a:latin typeface="Liberation Serif"/>
                        <a:cs typeface="Liberation Serif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50">
                        <a:latin typeface="Liberation Serif"/>
                        <a:cs typeface="Liberation Serif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50">
                        <a:latin typeface="Liberation Serif"/>
                        <a:cs typeface="Liberation Serif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50">
                        <a:latin typeface="Liberation Serif"/>
                        <a:cs typeface="Liberation Serif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50">
                        <a:latin typeface="Liberation Serif"/>
                        <a:cs typeface="Liberation Serif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50">
                        <a:latin typeface="Liberation Serif"/>
                        <a:cs typeface="Liberation Serif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50">
                        <a:latin typeface="Liberation Serif"/>
                        <a:cs typeface="Liberation Serif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350"/>
                        </a:spcBef>
                      </a:pPr>
                      <a:endParaRPr sz="1450">
                        <a:latin typeface="Liberation Serif"/>
                        <a:cs typeface="Liberation Serif"/>
                      </a:endParaRPr>
                    </a:p>
                    <a:p>
                      <a:pPr marL="464820">
                        <a:lnSpc>
                          <a:spcPct val="100000"/>
                        </a:lnSpc>
                      </a:pPr>
                      <a:r>
                        <a:rPr dirty="0" sz="1450" b="1">
                          <a:latin typeface="Times New Roman"/>
                          <a:cs typeface="Times New Roman"/>
                          <a:hlinkClick r:id="rId3"/>
                        </a:rPr>
                        <a:t>Dr.</a:t>
                      </a:r>
                      <a:r>
                        <a:rPr dirty="0" sz="1450" spc="-5" b="1">
                          <a:latin typeface="Times New Roman"/>
                          <a:cs typeface="Times New Roman"/>
                          <a:hlinkClick r:id="rId3"/>
                        </a:rPr>
                        <a:t> </a:t>
                      </a:r>
                      <a:r>
                        <a:rPr dirty="0" sz="1450" b="1">
                          <a:latin typeface="Times New Roman"/>
                          <a:cs typeface="Times New Roman"/>
                          <a:hlinkClick r:id="rId3"/>
                        </a:rPr>
                        <a:t>Basudeb</a:t>
                      </a:r>
                      <a:r>
                        <a:rPr dirty="0" sz="1450" spc="-5" b="1">
                          <a:latin typeface="Times New Roman"/>
                          <a:cs typeface="Times New Roman"/>
                          <a:hlinkClick r:id="rId3"/>
                        </a:rPr>
                        <a:t> </a:t>
                      </a:r>
                      <a:r>
                        <a:rPr dirty="0" sz="1450" spc="-20" b="1">
                          <a:latin typeface="Times New Roman"/>
                          <a:cs typeface="Times New Roman"/>
                          <a:hlinkClick r:id="rId3"/>
                        </a:rPr>
                        <a:t>Sain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659765">
                        <a:lnSpc>
                          <a:spcPct val="100000"/>
                        </a:lnSpc>
                        <a:spcBef>
                          <a:spcPts val="1365"/>
                        </a:spcBef>
                      </a:pPr>
                      <a:r>
                        <a:rPr dirty="0" sz="1550">
                          <a:solidFill>
                            <a:srgbClr val="1250C4"/>
                          </a:solidFill>
                          <a:latin typeface="Times New Roman"/>
                          <a:cs typeface="Times New Roman"/>
                        </a:rPr>
                        <a:t>Group </a:t>
                      </a:r>
                      <a:r>
                        <a:rPr dirty="0" sz="1550" spc="-10">
                          <a:solidFill>
                            <a:srgbClr val="1250C4"/>
                          </a:solidFill>
                          <a:latin typeface="Times New Roman"/>
                          <a:cs typeface="Times New Roman"/>
                        </a:rPr>
                        <a:t>Leader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685"/>
                        </a:spcBef>
                      </a:pPr>
                      <a:endParaRPr sz="1550">
                        <a:latin typeface="Liberation Serif"/>
                        <a:cs typeface="Liberation Serif"/>
                      </a:endParaRPr>
                    </a:p>
                    <a:p>
                      <a:pPr marL="717550">
                        <a:lnSpc>
                          <a:spcPct val="100000"/>
                        </a:lnSpc>
                      </a:pPr>
                      <a:r>
                        <a:rPr dirty="0" sz="1300" b="1">
                          <a:latin typeface="Times New Roman"/>
                          <a:cs typeface="Times New Roman"/>
                        </a:rPr>
                        <a:t>Research</a:t>
                      </a:r>
                      <a:r>
                        <a:rPr dirty="0" sz="1300" spc="-5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300" spc="-10" b="1">
                          <a:latin typeface="Times New Roman"/>
                          <a:cs typeface="Times New Roman"/>
                        </a:rPr>
                        <a:t>Focus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endParaRPr sz="1300">
                        <a:latin typeface="Liberation Serif"/>
                        <a:cs typeface="Liberation Serif"/>
                      </a:endParaRPr>
                    </a:p>
                    <a:p>
                      <a:pPr algn="just" marL="314960" marR="35433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Photonics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 Quantum Photonics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dirty="0" sz="16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Optical Metasurfaces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50">
                        <a:latin typeface="Liberation Serif"/>
                        <a:cs typeface="Liberation Serif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50">
                        <a:latin typeface="Liberation Serif"/>
                        <a:cs typeface="Liberation Serif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50">
                        <a:latin typeface="Liberation Serif"/>
                        <a:cs typeface="Liberation Serif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50">
                        <a:latin typeface="Liberation Serif"/>
                        <a:cs typeface="Liberation Serif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50">
                        <a:latin typeface="Liberation Serif"/>
                        <a:cs typeface="Liberation Serif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50">
                        <a:latin typeface="Liberation Serif"/>
                        <a:cs typeface="Liberation Serif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50">
                        <a:latin typeface="Liberation Serif"/>
                        <a:cs typeface="Liberation Serif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50">
                        <a:latin typeface="Liberation Serif"/>
                        <a:cs typeface="Liberation Serif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50">
                        <a:latin typeface="Liberation Serif"/>
                        <a:cs typeface="Liberation Serif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50">
                        <a:latin typeface="Liberation Serif"/>
                        <a:cs typeface="Liberation Serif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50">
                        <a:latin typeface="Liberation Serif"/>
                        <a:cs typeface="Liberation Serif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50">
                        <a:latin typeface="Liberation Serif"/>
                        <a:cs typeface="Liberation Serif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40"/>
                        </a:spcBef>
                      </a:pPr>
                      <a:endParaRPr sz="1450">
                        <a:latin typeface="Liberation Serif"/>
                        <a:cs typeface="Liberation Serif"/>
                      </a:endParaRPr>
                    </a:p>
                    <a:p>
                      <a:pPr algn="ctr" marR="168910">
                        <a:lnSpc>
                          <a:spcPct val="100000"/>
                        </a:lnSpc>
                      </a:pPr>
                      <a:r>
                        <a:rPr dirty="0" sz="1450" spc="-35" b="1">
                          <a:latin typeface="Times New Roman"/>
                          <a:cs typeface="Times New Roman"/>
                          <a:hlinkClick r:id="rId4"/>
                        </a:rPr>
                        <a:t>Dr.</a:t>
                      </a:r>
                      <a:r>
                        <a:rPr dirty="0" sz="1450" spc="-20" b="1">
                          <a:latin typeface="Times New Roman"/>
                          <a:cs typeface="Times New Roman"/>
                          <a:hlinkClick r:id="rId4"/>
                        </a:rPr>
                        <a:t> </a:t>
                      </a:r>
                      <a:r>
                        <a:rPr dirty="0" sz="1450" b="1">
                          <a:latin typeface="Times New Roman"/>
                          <a:cs typeface="Times New Roman"/>
                          <a:hlinkClick r:id="rId4"/>
                        </a:rPr>
                        <a:t>Arindam</a:t>
                      </a:r>
                      <a:r>
                        <a:rPr dirty="0" sz="1450" spc="75" b="1">
                          <a:latin typeface="Times New Roman"/>
                          <a:cs typeface="Times New Roman"/>
                          <a:hlinkClick r:id="rId4"/>
                        </a:rPr>
                        <a:t> </a:t>
                      </a:r>
                      <a:r>
                        <a:rPr dirty="0" sz="1450" spc="-10" b="1">
                          <a:latin typeface="Times New Roman"/>
                          <a:cs typeface="Times New Roman"/>
                          <a:hlinkClick r:id="rId4"/>
                        </a:rPr>
                        <a:t>Mallick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algn="ctr" marR="116839">
                        <a:lnSpc>
                          <a:spcPct val="100000"/>
                        </a:lnSpc>
                        <a:spcBef>
                          <a:spcPts val="1175"/>
                        </a:spcBef>
                      </a:pPr>
                      <a:r>
                        <a:rPr dirty="0" sz="1550">
                          <a:solidFill>
                            <a:srgbClr val="1250C4"/>
                          </a:solidFill>
                          <a:latin typeface="Times New Roman"/>
                          <a:cs typeface="Times New Roman"/>
                        </a:rPr>
                        <a:t>Group </a:t>
                      </a:r>
                      <a:r>
                        <a:rPr dirty="0" sz="1550" spc="-10">
                          <a:solidFill>
                            <a:srgbClr val="1250C4"/>
                          </a:solidFill>
                          <a:latin typeface="Times New Roman"/>
                          <a:cs typeface="Times New Roman"/>
                        </a:rPr>
                        <a:t>Leader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25"/>
                        </a:spcBef>
                      </a:pPr>
                      <a:endParaRPr sz="1550">
                        <a:latin typeface="Liberation Serif"/>
                        <a:cs typeface="Liberation Serif"/>
                      </a:endParaRPr>
                    </a:p>
                    <a:p>
                      <a:pPr marL="361950" indent="492125">
                        <a:lnSpc>
                          <a:spcPct val="100000"/>
                        </a:lnSpc>
                      </a:pPr>
                      <a:r>
                        <a:rPr dirty="0" sz="1300" spc="-10" b="1">
                          <a:latin typeface="Montserrat"/>
                          <a:cs typeface="Montserrat"/>
                        </a:rPr>
                        <a:t>Research</a:t>
                      </a:r>
                      <a:r>
                        <a:rPr dirty="0" sz="1300" spc="-30" b="1">
                          <a:latin typeface="Montserrat"/>
                          <a:cs typeface="Montserrat"/>
                        </a:rPr>
                        <a:t> </a:t>
                      </a:r>
                      <a:r>
                        <a:rPr dirty="0" sz="1300" spc="-20" b="1">
                          <a:latin typeface="Montserrat"/>
                          <a:cs typeface="Montserrat"/>
                        </a:rPr>
                        <a:t>Focus</a:t>
                      </a:r>
                      <a:endParaRPr sz="1300">
                        <a:latin typeface="Montserrat"/>
                        <a:cs typeface="Montserrat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endParaRPr sz="1300">
                        <a:latin typeface="Liberation Serif"/>
                        <a:cs typeface="Liberation Serif"/>
                      </a:endParaRPr>
                    </a:p>
                    <a:p>
                      <a:pPr marL="361950" marR="466090">
                        <a:lnSpc>
                          <a:spcPct val="100000"/>
                        </a:lnSpc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Quantum</a:t>
                      </a:r>
                      <a:r>
                        <a:rPr dirty="0" sz="16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Information,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Quantum</a:t>
                      </a:r>
                      <a:r>
                        <a:rPr dirty="0" sz="1600" spc="-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Simulation</a:t>
                      </a:r>
                      <a:r>
                        <a:rPr dirty="0" sz="1600" spc="-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50">
                          <a:latin typeface="Times New Roman"/>
                          <a:cs typeface="Times New Roman"/>
                        </a:rPr>
                        <a:t>&amp;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Mathematical</a:t>
                      </a:r>
                      <a:r>
                        <a:rPr dirty="0" sz="1600" spc="-9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Physics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50">
                        <a:latin typeface="Liberation Serif"/>
                        <a:cs typeface="Liberation Serif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50">
                        <a:latin typeface="Liberation Serif"/>
                        <a:cs typeface="Liberation Serif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50">
                        <a:latin typeface="Liberation Serif"/>
                        <a:cs typeface="Liberation Serif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50">
                        <a:latin typeface="Liberation Serif"/>
                        <a:cs typeface="Liberation Serif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50">
                        <a:latin typeface="Liberation Serif"/>
                        <a:cs typeface="Liberation Serif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50">
                        <a:latin typeface="Liberation Serif"/>
                        <a:cs typeface="Liberation Serif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50">
                        <a:latin typeface="Liberation Serif"/>
                        <a:cs typeface="Liberation Serif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50">
                        <a:latin typeface="Liberation Serif"/>
                        <a:cs typeface="Liberation Serif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50">
                        <a:latin typeface="Liberation Serif"/>
                        <a:cs typeface="Liberation Serif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50">
                        <a:latin typeface="Liberation Serif"/>
                        <a:cs typeface="Liberation Serif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50">
                        <a:latin typeface="Liberation Serif"/>
                        <a:cs typeface="Liberation Serif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50">
                        <a:latin typeface="Liberation Serif"/>
                        <a:cs typeface="Liberation Serif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350"/>
                        </a:spcBef>
                      </a:pPr>
                      <a:endParaRPr sz="1450">
                        <a:latin typeface="Liberation Serif"/>
                        <a:cs typeface="Liberation Serif"/>
                      </a:endParaRPr>
                    </a:p>
                    <a:p>
                      <a:pPr marL="589280">
                        <a:lnSpc>
                          <a:spcPct val="100000"/>
                        </a:lnSpc>
                      </a:pPr>
                      <a:r>
                        <a:rPr dirty="0" sz="1450" b="1">
                          <a:latin typeface="Times New Roman"/>
                          <a:cs typeface="Times New Roman"/>
                          <a:hlinkClick r:id="rId5"/>
                        </a:rPr>
                        <a:t>Dr.</a:t>
                      </a:r>
                      <a:r>
                        <a:rPr dirty="0" sz="1450" spc="-5" b="1">
                          <a:latin typeface="Times New Roman"/>
                          <a:cs typeface="Times New Roman"/>
                          <a:hlinkClick r:id="rId5"/>
                        </a:rPr>
                        <a:t> </a:t>
                      </a:r>
                      <a:r>
                        <a:rPr dirty="0" sz="1450" b="1">
                          <a:latin typeface="Times New Roman"/>
                          <a:cs typeface="Times New Roman"/>
                          <a:hlinkClick r:id="rId5"/>
                        </a:rPr>
                        <a:t>Sreeja</a:t>
                      </a:r>
                      <a:r>
                        <a:rPr dirty="0" sz="1450" spc="-5" b="1">
                          <a:latin typeface="Times New Roman"/>
                          <a:cs typeface="Times New Roman"/>
                          <a:hlinkClick r:id="rId5"/>
                        </a:rPr>
                        <a:t> </a:t>
                      </a:r>
                      <a:r>
                        <a:rPr dirty="0" sz="1450" b="1">
                          <a:latin typeface="Times New Roman"/>
                          <a:cs typeface="Times New Roman"/>
                          <a:hlinkClick r:id="rId5"/>
                        </a:rPr>
                        <a:t>C </a:t>
                      </a:r>
                      <a:r>
                        <a:rPr dirty="0" sz="1450" spc="-50" b="1">
                          <a:latin typeface="Times New Roman"/>
                          <a:cs typeface="Times New Roman"/>
                          <a:hlinkClick r:id="rId5"/>
                        </a:rPr>
                        <a:t>S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573405">
                        <a:lnSpc>
                          <a:spcPct val="100000"/>
                        </a:lnSpc>
                        <a:spcBef>
                          <a:spcPts val="1365"/>
                        </a:spcBef>
                      </a:pPr>
                      <a:r>
                        <a:rPr dirty="0" sz="1550">
                          <a:solidFill>
                            <a:srgbClr val="1250C4"/>
                          </a:solidFill>
                          <a:latin typeface="Times New Roman"/>
                          <a:cs typeface="Times New Roman"/>
                        </a:rPr>
                        <a:t>Group </a:t>
                      </a:r>
                      <a:r>
                        <a:rPr dirty="0" sz="1550" spc="-10">
                          <a:solidFill>
                            <a:srgbClr val="1250C4"/>
                          </a:solidFill>
                          <a:latin typeface="Times New Roman"/>
                          <a:cs typeface="Times New Roman"/>
                        </a:rPr>
                        <a:t>Leader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50">
                        <a:latin typeface="Liberation Serif"/>
                        <a:cs typeface="Liberation Serif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550">
                        <a:latin typeface="Liberation Serif"/>
                        <a:cs typeface="Liberation Serif"/>
                      </a:endParaRPr>
                    </a:p>
                    <a:p>
                      <a:pPr marL="709295">
                        <a:lnSpc>
                          <a:spcPct val="100000"/>
                        </a:lnSpc>
                      </a:pPr>
                      <a:r>
                        <a:rPr dirty="0" sz="1300" spc="-10" b="1">
                          <a:latin typeface="Montserrat"/>
                          <a:cs typeface="Montserrat"/>
                        </a:rPr>
                        <a:t>Research</a:t>
                      </a:r>
                      <a:r>
                        <a:rPr dirty="0" sz="1300" spc="-30" b="1">
                          <a:latin typeface="Montserrat"/>
                          <a:cs typeface="Montserrat"/>
                        </a:rPr>
                        <a:t> </a:t>
                      </a:r>
                      <a:r>
                        <a:rPr dirty="0" sz="1300" spc="-20" b="1">
                          <a:latin typeface="Montserrat"/>
                          <a:cs typeface="Montserrat"/>
                        </a:rPr>
                        <a:t>Focus</a:t>
                      </a:r>
                      <a:endParaRPr sz="1300">
                        <a:latin typeface="Montserrat"/>
                        <a:cs typeface="Montserrat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endParaRPr sz="1300">
                        <a:latin typeface="Liberation Serif"/>
                        <a:cs typeface="Liberation Serif"/>
                      </a:endParaRPr>
                    </a:p>
                    <a:p>
                      <a:pPr marL="473709" marR="671830">
                        <a:lnSpc>
                          <a:spcPct val="100000"/>
                        </a:lnSpc>
                      </a:pP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Quantum-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Safe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Cryptography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473709">
                        <a:lnSpc>
                          <a:spcPts val="1914"/>
                        </a:lnSpc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dirty="0" sz="16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Cyber</a:t>
                      </a:r>
                      <a:r>
                        <a:rPr dirty="0" sz="16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Security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50">
                        <a:latin typeface="Liberation Serif"/>
                        <a:cs typeface="Liberation Serif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50">
                        <a:latin typeface="Liberation Serif"/>
                        <a:cs typeface="Liberation Serif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50">
                        <a:latin typeface="Liberation Serif"/>
                        <a:cs typeface="Liberation Serif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50">
                        <a:latin typeface="Liberation Serif"/>
                        <a:cs typeface="Liberation Serif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50">
                        <a:latin typeface="Liberation Serif"/>
                        <a:cs typeface="Liberation Serif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50">
                        <a:latin typeface="Liberation Serif"/>
                        <a:cs typeface="Liberation Serif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50">
                        <a:latin typeface="Liberation Serif"/>
                        <a:cs typeface="Liberation Serif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50">
                        <a:latin typeface="Liberation Serif"/>
                        <a:cs typeface="Liberation Serif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50">
                        <a:latin typeface="Liberation Serif"/>
                        <a:cs typeface="Liberation Serif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50">
                        <a:latin typeface="Liberation Serif"/>
                        <a:cs typeface="Liberation Serif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50">
                        <a:latin typeface="Liberation Serif"/>
                        <a:cs typeface="Liberation Serif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50">
                        <a:latin typeface="Liberation Serif"/>
                        <a:cs typeface="Liberation Serif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350"/>
                        </a:spcBef>
                      </a:pPr>
                      <a:endParaRPr sz="1450">
                        <a:latin typeface="Liberation Serif"/>
                        <a:cs typeface="Liberation Serif"/>
                      </a:endParaRPr>
                    </a:p>
                    <a:p>
                      <a:pPr marL="346710">
                        <a:lnSpc>
                          <a:spcPct val="100000"/>
                        </a:lnSpc>
                      </a:pPr>
                      <a:r>
                        <a:rPr dirty="0" sz="1450" b="1">
                          <a:latin typeface="Times New Roman"/>
                          <a:cs typeface="Times New Roman"/>
                        </a:rPr>
                        <a:t>Dr.</a:t>
                      </a:r>
                      <a:r>
                        <a:rPr dirty="0" sz="1450" spc="2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50" b="1">
                          <a:latin typeface="Times New Roman"/>
                          <a:cs typeface="Times New Roman"/>
                        </a:rPr>
                        <a:t>Ranjith</a:t>
                      </a:r>
                      <a:r>
                        <a:rPr dirty="0" sz="1450" spc="2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50" b="1">
                          <a:latin typeface="Times New Roman"/>
                          <a:cs typeface="Times New Roman"/>
                        </a:rPr>
                        <a:t>Kumar K</a:t>
                      </a:r>
                      <a:r>
                        <a:rPr dirty="0" sz="1450" spc="3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50" spc="-50" b="1">
                          <a:latin typeface="Times New Roman"/>
                          <a:cs typeface="Times New Roman"/>
                        </a:rPr>
                        <a:t>M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728980">
                        <a:lnSpc>
                          <a:spcPct val="100000"/>
                        </a:lnSpc>
                        <a:spcBef>
                          <a:spcPts val="1365"/>
                        </a:spcBef>
                      </a:pPr>
                      <a:r>
                        <a:rPr dirty="0" sz="1550">
                          <a:solidFill>
                            <a:srgbClr val="1250C4"/>
                          </a:solidFill>
                          <a:latin typeface="Times New Roman"/>
                          <a:cs typeface="Times New Roman"/>
                        </a:rPr>
                        <a:t>Group </a:t>
                      </a:r>
                      <a:r>
                        <a:rPr dirty="0" sz="1550" spc="-10">
                          <a:solidFill>
                            <a:srgbClr val="1250C4"/>
                          </a:solidFill>
                          <a:latin typeface="Times New Roman"/>
                          <a:cs typeface="Times New Roman"/>
                        </a:rPr>
                        <a:t>Leader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645"/>
                        </a:spcBef>
                      </a:pPr>
                      <a:endParaRPr sz="1550">
                        <a:latin typeface="Liberation Serif"/>
                        <a:cs typeface="Liberation Serif"/>
                      </a:endParaRPr>
                    </a:p>
                    <a:p>
                      <a:pPr marL="843280">
                        <a:lnSpc>
                          <a:spcPct val="100000"/>
                        </a:lnSpc>
                      </a:pPr>
                      <a:r>
                        <a:rPr dirty="0" sz="1300" spc="-10" b="1">
                          <a:latin typeface="Montserrat"/>
                          <a:cs typeface="Montserrat"/>
                        </a:rPr>
                        <a:t>Research</a:t>
                      </a:r>
                      <a:r>
                        <a:rPr dirty="0" sz="1300" spc="-30" b="1">
                          <a:latin typeface="Montserrat"/>
                          <a:cs typeface="Montserrat"/>
                        </a:rPr>
                        <a:t> </a:t>
                      </a:r>
                      <a:r>
                        <a:rPr dirty="0" sz="1300" spc="-20" b="1">
                          <a:latin typeface="Montserrat"/>
                          <a:cs typeface="Montserrat"/>
                        </a:rPr>
                        <a:t>Focus</a:t>
                      </a:r>
                      <a:endParaRPr sz="1300">
                        <a:latin typeface="Montserrat"/>
                        <a:cs typeface="Montserrat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endParaRPr sz="1300">
                        <a:latin typeface="Liberation Serif"/>
                        <a:cs typeface="Liberation Serif"/>
                      </a:endParaRPr>
                    </a:p>
                    <a:p>
                      <a:pPr marL="277495" marR="212090">
                        <a:lnSpc>
                          <a:spcPct val="100000"/>
                        </a:lnSpc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Quantum</a:t>
                      </a:r>
                      <a:r>
                        <a:rPr dirty="0" sz="1600" spc="-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Materials</a:t>
                      </a:r>
                      <a:r>
                        <a:rPr dirty="0" sz="1600" spc="-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50">
                          <a:latin typeface="Times New Roman"/>
                          <a:cs typeface="Times New Roman"/>
                        </a:rPr>
                        <a:t>&amp;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Quantum</a:t>
                      </a:r>
                      <a:r>
                        <a:rPr dirty="0" sz="16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Magnetism</a:t>
                      </a:r>
                      <a:r>
                        <a:rPr dirty="0" sz="160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Low</a:t>
                      </a:r>
                      <a:r>
                        <a:rPr dirty="0" sz="1600" spc="-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Temperature</a:t>
                      </a:r>
                      <a:r>
                        <a:rPr dirty="0" sz="16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Physics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2026-06-16T03:40:09Z</dcterms:created>
  <dcterms:modified xsi:type="dcterms:W3CDTF">2026-06-16T03:40:09Z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StructuredOutput v10.0.19912.1</vt:lpwstr>
  </property>
  <property fmtid="{D5CDD505-2E9C-101B-9397-08002B2CF9AE}" pid="3" name="Created">
    <vt:filetime>2026-06-16T00:00:00Z</vt:filetime>
  </property>
  <property fmtid="{D5CDD505-2E9C-101B-9397-08002B2CF9AE}" pid="4" name="CreationClient">
    <vt:lpwstr>authoring</vt:lpwstr>
  </property>
  <property fmtid="{D5CDD505-2E9C-101B-9397-08002B2CF9AE}" pid="5" name="Creator">
    <vt:lpwstr>Adobe Express</vt:lpwstr>
  </property>
  <property fmtid="{D5CDD505-2E9C-101B-9397-08002B2CF9AE}" pid="6" name="LastSaved">
    <vt:filetime>2026-06-16T00:00:00Z</vt:filetime>
  </property>
  <property fmtid="{D5CDD505-2E9C-101B-9397-08002B2CF9AE}" pid="7" name="Producer">
    <vt:lpwstr>Adobe Express</vt:lpwstr>
  </property>
</Properties>
</file>